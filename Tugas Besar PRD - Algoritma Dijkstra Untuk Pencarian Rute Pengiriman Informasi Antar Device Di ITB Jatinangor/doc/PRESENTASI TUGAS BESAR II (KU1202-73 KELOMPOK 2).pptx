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4"/>
  </p:sldMasterIdLst>
  <p:notesMasterIdLst>
    <p:notesMasterId r:id="rId31"/>
  </p:notesMasterIdLst>
  <p:sldIdLst>
    <p:sldId id="256" r:id="rId5"/>
    <p:sldId id="269" r:id="rId6"/>
    <p:sldId id="258" r:id="rId7"/>
    <p:sldId id="314" r:id="rId8"/>
    <p:sldId id="257" r:id="rId9"/>
    <p:sldId id="315" r:id="rId10"/>
    <p:sldId id="316" r:id="rId11"/>
    <p:sldId id="318" r:id="rId12"/>
    <p:sldId id="319" r:id="rId13"/>
    <p:sldId id="320" r:id="rId14"/>
    <p:sldId id="322" r:id="rId15"/>
    <p:sldId id="323" r:id="rId16"/>
    <p:sldId id="336" r:id="rId17"/>
    <p:sldId id="337" r:id="rId18"/>
    <p:sldId id="338" r:id="rId19"/>
    <p:sldId id="324" r:id="rId20"/>
    <p:sldId id="326" r:id="rId21"/>
    <p:sldId id="327" r:id="rId22"/>
    <p:sldId id="332" r:id="rId23"/>
    <p:sldId id="333" r:id="rId24"/>
    <p:sldId id="334" r:id="rId25"/>
    <p:sldId id="335" r:id="rId26"/>
    <p:sldId id="259" r:id="rId27"/>
    <p:sldId id="331" r:id="rId28"/>
    <p:sldId id="260" r:id="rId29"/>
    <p:sldId id="262" r:id="rId30"/>
  </p:sldIdLst>
  <p:sldSz cx="9144000" cy="5143500" type="screen16x9"/>
  <p:notesSz cx="6858000" cy="9144000"/>
  <p:embeddedFontLst>
    <p:embeddedFont>
      <p:font typeface="Exo" panose="020B0604020202020204" charset="0"/>
      <p:regular r:id="rId32"/>
      <p:bold r:id="rId33"/>
      <p:italic r:id="rId34"/>
      <p:boldItalic r:id="rId35"/>
    </p:embeddedFont>
    <p:embeddedFont>
      <p:font typeface="PT Sans" panose="020B060402020202020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7F3C2F5-F1BB-4A63-95D1-3BEAB5838F62}">
  <a:tblStyle styleId="{17F3C2F5-F1BB-4A63-95D1-3BEAB5838F6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8.fntdata"/><Relationship Id="rId21" Type="http://schemas.openxmlformats.org/officeDocument/2006/relationships/slide" Target="slides/slide17.xml"/><Relationship Id="rId34" Type="http://schemas.openxmlformats.org/officeDocument/2006/relationships/font" Target="fonts/font3.fntdata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5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4.fntdata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6" name="Google Shape;26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7" name="Google Shape;26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9" name="Google Shape;3319;gedfa3e31c0_2_208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0" name="Google Shape;3320;gedfa3e31c0_2_208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" name="Google Shape;2734;gf11272de0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5" name="Google Shape;2735;gf11272de0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9" name="Google Shape;2879;gf11272de0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0" name="Google Shape;2880;gf11272de0f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00154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1" name="Google Shape;2721;gf11272de0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2" name="Google Shape;2722;gf11272de0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1" name="Google Shape;2721;gf11272de0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2" name="Google Shape;2722;gf11272de0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29180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9" name="Google Shape;2879;gf11272de0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0" name="Google Shape;2880;gf11272de0f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75637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1" name="Google Shape;2721;gf11272de0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2" name="Google Shape;2722;gf11272de0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0885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9" name="Google Shape;2879;gf11272de0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0" name="Google Shape;2880;gf11272de0f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03328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1" name="Google Shape;2721;gf11272de0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2" name="Google Shape;2722;gf11272de0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8323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9" name="Google Shape;2879;gf11272de0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0" name="Google Shape;2880;gf11272de0f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19698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1" name="Google Shape;2721;gf11272de0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2" name="Google Shape;2722;gf11272de0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79664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1" name="Google Shape;2721;gf11272de0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2" name="Google Shape;2722;gf11272de0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19966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1" name="Google Shape;2721;gf11272de0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2" name="Google Shape;2722;gf11272de0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48067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1" name="Google Shape;2721;gf11272de0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2" name="Google Shape;2722;gf11272de0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84817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1" name="Google Shape;2721;gf11272de0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2" name="Google Shape;2722;gf11272de0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42477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1" name="Google Shape;2721;gf11272de0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2" name="Google Shape;2722;gf11272de0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83582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1" name="Google Shape;2721;gf11272de0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2" name="Google Shape;2722;gf11272de0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06644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1" name="Google Shape;2721;gf11272de0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2" name="Google Shape;2722;gf11272de0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90992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1" name="Google Shape;2721;gf11272de0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2" name="Google Shape;2722;gf11272de0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40445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1" name="Google Shape;2721;gf11272de0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2" name="Google Shape;2722;gf11272de0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88235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1" name="Google Shape;2721;gf11272de0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2" name="Google Shape;2722;gf11272de0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59097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9" name="Google Shape;2769;gedfa3e31c0_2_205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0" name="Google Shape;2770;gedfa3e31c0_2_205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9" name="Google Shape;2879;gf11272de0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0" name="Google Shape;2880;gf11272de0f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6018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1" name="Google Shape;2821;gedfa3e31c0_2_20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2" name="Google Shape;2822;gedfa3e31c0_2_20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4" name="Google Shape;2944;gedfa3e31c0_2_205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5" name="Google Shape;2945;gedfa3e31c0_2_205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" name="Google Shape;10;p2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" name="Google Shape;48;p2"/>
          <p:cNvSpPr txBox="1">
            <a:spLocks noGrp="1"/>
          </p:cNvSpPr>
          <p:nvPr>
            <p:ph type="ctrTitle"/>
          </p:nvPr>
        </p:nvSpPr>
        <p:spPr>
          <a:xfrm>
            <a:off x="1317600" y="1193625"/>
            <a:ext cx="6508800" cy="1724400"/>
          </a:xfrm>
          <a:prstGeom prst="rect">
            <a:avLst/>
          </a:prstGeom>
          <a:effectLst>
            <a:outerShdw blurRad="142875" algn="bl" rotWithShape="0">
              <a:schemeClr val="accent2">
                <a:alpha val="3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subTitle" idx="1"/>
          </p:nvPr>
        </p:nvSpPr>
        <p:spPr>
          <a:xfrm>
            <a:off x="2298150" y="3376773"/>
            <a:ext cx="4547700" cy="30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50" name="Google Shape;50;p2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51" name="Google Shape;51;p2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" name="Google Shape;52;p2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53" name="Google Shape;53;p2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9" name="Google Shape;59;p2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60" name="Google Shape;60;p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" name="Google Shape;65;p2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66" name="Google Shape;66;p2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" name="Google Shape;68;p2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69" name="Google Shape;69;p2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" name="Google Shape;72;p2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" name="Google Shape;75;p2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76" name="Google Shape;76;p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" name="Google Shape;81;p2"/>
          <p:cNvGrpSpPr/>
          <p:nvPr/>
        </p:nvGrpSpPr>
        <p:grpSpPr>
          <a:xfrm>
            <a:off x="8495989" y="1713528"/>
            <a:ext cx="883262" cy="242091"/>
            <a:chOff x="2300350" y="2601250"/>
            <a:chExt cx="2275275" cy="623625"/>
          </a:xfrm>
        </p:grpSpPr>
        <p:sp>
          <p:nvSpPr>
            <p:cNvPr id="82" name="Google Shape;82;p2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" name="Google Shape;88;p2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89" name="Google Shape;89;p2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" name="Google Shape;90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" name="Google Shape;100;p2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" name="Google Shape;101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1" name="Google Shape;111;p2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12" name="Google Shape;112;p2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118" name="Google Shape;118;p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124" name="Google Shape;124;p2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" name="Google Shape;126;p2"/>
          <p:cNvSpPr/>
          <p:nvPr/>
        </p:nvSpPr>
        <p:spPr>
          <a:xfrm rot="10800000">
            <a:off x="1023762" y="43894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9" name="Google Shape;129;p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7" name="Google Shape;167;p3"/>
          <p:cNvSpPr txBox="1">
            <a:spLocks noGrp="1"/>
          </p:cNvSpPr>
          <p:nvPr>
            <p:ph type="title"/>
          </p:nvPr>
        </p:nvSpPr>
        <p:spPr>
          <a:xfrm>
            <a:off x="713100" y="2405677"/>
            <a:ext cx="7717800" cy="841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8" name="Google Shape;168;p3"/>
          <p:cNvSpPr txBox="1">
            <a:spLocks noGrp="1"/>
          </p:cNvSpPr>
          <p:nvPr>
            <p:ph type="subTitle" idx="1"/>
          </p:nvPr>
        </p:nvSpPr>
        <p:spPr>
          <a:xfrm>
            <a:off x="1858650" y="3415877"/>
            <a:ext cx="5426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9" name="Google Shape;169;p3"/>
          <p:cNvSpPr txBox="1">
            <a:spLocks noGrp="1"/>
          </p:cNvSpPr>
          <p:nvPr>
            <p:ph type="title" idx="2" hasCustomPrompt="1"/>
          </p:nvPr>
        </p:nvSpPr>
        <p:spPr>
          <a:xfrm>
            <a:off x="3132448" y="1484973"/>
            <a:ext cx="2879100" cy="920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0" name="Google Shape;170;p3"/>
          <p:cNvSpPr/>
          <p:nvPr/>
        </p:nvSpPr>
        <p:spPr>
          <a:xfrm rot="10800000" flipH="1">
            <a:off x="7847593" y="412557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1" name="Google Shape;171;p3"/>
          <p:cNvGrpSpPr/>
          <p:nvPr/>
        </p:nvGrpSpPr>
        <p:grpSpPr>
          <a:xfrm rot="-5400000" flipH="1">
            <a:off x="7699352" y="4771133"/>
            <a:ext cx="883262" cy="242091"/>
            <a:chOff x="2300350" y="2601250"/>
            <a:chExt cx="2275275" cy="623625"/>
          </a:xfrm>
        </p:grpSpPr>
        <p:sp>
          <p:nvSpPr>
            <p:cNvPr id="172" name="Google Shape;172;p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" name="Google Shape;178;p3"/>
          <p:cNvSpPr/>
          <p:nvPr/>
        </p:nvSpPr>
        <p:spPr>
          <a:xfrm flipH="1">
            <a:off x="8088870" y="15356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" name="Google Shape;179;p3"/>
          <p:cNvGrpSpPr/>
          <p:nvPr/>
        </p:nvGrpSpPr>
        <p:grpSpPr>
          <a:xfrm>
            <a:off x="8658746" y="2349080"/>
            <a:ext cx="1823016" cy="196994"/>
            <a:chOff x="7857346" y="4002005"/>
            <a:chExt cx="1823016" cy="196994"/>
          </a:xfrm>
        </p:grpSpPr>
        <p:sp>
          <p:nvSpPr>
            <p:cNvPr id="180" name="Google Shape;180;p3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" name="Google Shape;183;p3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5" name="Google Shape;185;p3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86" name="Google Shape;186;p3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" name="Google Shape;191;p3"/>
          <p:cNvGrpSpPr/>
          <p:nvPr/>
        </p:nvGrpSpPr>
        <p:grpSpPr>
          <a:xfrm>
            <a:off x="5134732" y="4950349"/>
            <a:ext cx="1520982" cy="302065"/>
            <a:chOff x="5642557" y="-150670"/>
            <a:chExt cx="1520982" cy="302065"/>
          </a:xfrm>
        </p:grpSpPr>
        <p:sp>
          <p:nvSpPr>
            <p:cNvPr id="192" name="Google Shape;192;p3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7" name="Google Shape;197;p3"/>
          <p:cNvGrpSpPr/>
          <p:nvPr/>
        </p:nvGrpSpPr>
        <p:grpSpPr>
          <a:xfrm>
            <a:off x="8419792" y="3307266"/>
            <a:ext cx="1105976" cy="133969"/>
            <a:chOff x="8183182" y="663852"/>
            <a:chExt cx="1475028" cy="178673"/>
          </a:xfrm>
        </p:grpSpPr>
        <p:grpSp>
          <p:nvGrpSpPr>
            <p:cNvPr id="198" name="Google Shape;198;p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9" name="Google Shape;199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9" name="Google Shape;209;p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0" name="Google Shape;210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0" name="Google Shape;220;p3"/>
          <p:cNvSpPr/>
          <p:nvPr/>
        </p:nvSpPr>
        <p:spPr>
          <a:xfrm>
            <a:off x="-1414555" y="40238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3"/>
          <p:cNvSpPr/>
          <p:nvPr/>
        </p:nvSpPr>
        <p:spPr>
          <a:xfrm>
            <a:off x="-1111455" y="37445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2" name="Google Shape;222;p3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223" name="Google Shape;223;p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1" name="Google Shape;231;p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9" name="Google Shape;269;p4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4"/>
          <p:cNvSpPr txBox="1">
            <a:spLocks noGrp="1"/>
          </p:cNvSpPr>
          <p:nvPr>
            <p:ph type="body" idx="1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271" name="Google Shape;271;p4"/>
          <p:cNvGrpSpPr/>
          <p:nvPr/>
        </p:nvGrpSpPr>
        <p:grpSpPr>
          <a:xfrm rot="5400000" flipH="1">
            <a:off x="7845446" y="144030"/>
            <a:ext cx="1823016" cy="296643"/>
            <a:chOff x="7857346" y="3902355"/>
            <a:chExt cx="1823016" cy="296643"/>
          </a:xfrm>
        </p:grpSpPr>
        <p:sp>
          <p:nvSpPr>
            <p:cNvPr id="272" name="Google Shape;272;p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" name="Google Shape;278;p4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9" name="Google Shape;279;p4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280" name="Google Shape;280;p4"/>
            <p:cNvSpPr/>
            <p:nvPr/>
          </p:nvSpPr>
          <p:spPr>
            <a:xfrm rot="10800000" flipH="1">
              <a:off x="8184816" y="4723543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4"/>
            <p:cNvSpPr/>
            <p:nvPr/>
          </p:nvSpPr>
          <p:spPr>
            <a:xfrm rot="10800000" flipH="1">
              <a:off x="8085946" y="4828583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4"/>
            <p:cNvSpPr/>
            <p:nvPr/>
          </p:nvSpPr>
          <p:spPr>
            <a:xfrm rot="10800000" flipH="1">
              <a:off x="8110687" y="4853293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" name="Google Shape;283;p4"/>
          <p:cNvGrpSpPr/>
          <p:nvPr/>
        </p:nvGrpSpPr>
        <p:grpSpPr>
          <a:xfrm>
            <a:off x="-243064" y="160512"/>
            <a:ext cx="1105976" cy="133969"/>
            <a:chOff x="8183182" y="663852"/>
            <a:chExt cx="1475028" cy="178673"/>
          </a:xfrm>
        </p:grpSpPr>
        <p:grpSp>
          <p:nvGrpSpPr>
            <p:cNvPr id="284" name="Google Shape;284;p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5" name="Google Shape;285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5" name="Google Shape;295;p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6" name="Google Shape;296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06" name="Google Shape;306;p4"/>
          <p:cNvSpPr/>
          <p:nvPr/>
        </p:nvSpPr>
        <p:spPr>
          <a:xfrm>
            <a:off x="-1568655" y="33635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4"/>
          <p:cNvSpPr/>
          <p:nvPr/>
        </p:nvSpPr>
        <p:spPr>
          <a:xfrm rot="10800000">
            <a:off x="12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310" name="Google Shape;310;p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8" name="Google Shape;348;p5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5"/>
          <p:cNvSpPr txBox="1">
            <a:spLocks noGrp="1"/>
          </p:cNvSpPr>
          <p:nvPr>
            <p:ph type="title" idx="2"/>
          </p:nvPr>
        </p:nvSpPr>
        <p:spPr>
          <a:xfrm>
            <a:off x="1540500" y="2903250"/>
            <a:ext cx="26220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0" name="Google Shape;350;p5"/>
          <p:cNvSpPr txBox="1">
            <a:spLocks noGrp="1"/>
          </p:cNvSpPr>
          <p:nvPr>
            <p:ph type="subTitle" idx="1"/>
          </p:nvPr>
        </p:nvSpPr>
        <p:spPr>
          <a:xfrm>
            <a:off x="1540500" y="3299259"/>
            <a:ext cx="26220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5"/>
          <p:cNvSpPr txBox="1">
            <a:spLocks noGrp="1"/>
          </p:cNvSpPr>
          <p:nvPr>
            <p:ph type="title" idx="3"/>
          </p:nvPr>
        </p:nvSpPr>
        <p:spPr>
          <a:xfrm>
            <a:off x="4987075" y="2903250"/>
            <a:ext cx="26220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2" name="Google Shape;352;p5"/>
          <p:cNvSpPr txBox="1">
            <a:spLocks noGrp="1"/>
          </p:cNvSpPr>
          <p:nvPr>
            <p:ph type="subTitle" idx="4"/>
          </p:nvPr>
        </p:nvSpPr>
        <p:spPr>
          <a:xfrm>
            <a:off x="4987075" y="3299258"/>
            <a:ext cx="26220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53" name="Google Shape;353;p5"/>
          <p:cNvGrpSpPr/>
          <p:nvPr/>
        </p:nvGrpSpPr>
        <p:grpSpPr>
          <a:xfrm>
            <a:off x="1062892" y="4807516"/>
            <a:ext cx="1548000" cy="68100"/>
            <a:chOff x="3980838" y="4076181"/>
            <a:chExt cx="1548000" cy="68100"/>
          </a:xfrm>
        </p:grpSpPr>
        <p:sp>
          <p:nvSpPr>
            <p:cNvPr id="354" name="Google Shape;354;p5"/>
            <p:cNvSpPr/>
            <p:nvPr/>
          </p:nvSpPr>
          <p:spPr>
            <a:xfrm>
              <a:off x="39808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5"/>
            <p:cNvSpPr/>
            <p:nvPr/>
          </p:nvSpPr>
          <p:spPr>
            <a:xfrm>
              <a:off x="41041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5"/>
            <p:cNvSpPr/>
            <p:nvPr/>
          </p:nvSpPr>
          <p:spPr>
            <a:xfrm>
              <a:off x="42274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5"/>
            <p:cNvSpPr/>
            <p:nvPr/>
          </p:nvSpPr>
          <p:spPr>
            <a:xfrm>
              <a:off x="43508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5"/>
            <p:cNvSpPr/>
            <p:nvPr/>
          </p:nvSpPr>
          <p:spPr>
            <a:xfrm>
              <a:off x="44741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5"/>
            <p:cNvSpPr/>
            <p:nvPr/>
          </p:nvSpPr>
          <p:spPr>
            <a:xfrm>
              <a:off x="45974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5"/>
            <p:cNvSpPr/>
            <p:nvPr/>
          </p:nvSpPr>
          <p:spPr>
            <a:xfrm>
              <a:off x="47207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5"/>
            <p:cNvSpPr/>
            <p:nvPr/>
          </p:nvSpPr>
          <p:spPr>
            <a:xfrm>
              <a:off x="48441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5"/>
            <p:cNvSpPr/>
            <p:nvPr/>
          </p:nvSpPr>
          <p:spPr>
            <a:xfrm>
              <a:off x="49674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5"/>
            <p:cNvSpPr/>
            <p:nvPr/>
          </p:nvSpPr>
          <p:spPr>
            <a:xfrm>
              <a:off x="50907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5"/>
            <p:cNvSpPr/>
            <p:nvPr/>
          </p:nvSpPr>
          <p:spPr>
            <a:xfrm>
              <a:off x="52140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5"/>
            <p:cNvSpPr/>
            <p:nvPr/>
          </p:nvSpPr>
          <p:spPr>
            <a:xfrm>
              <a:off x="53374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5"/>
            <p:cNvSpPr/>
            <p:nvPr/>
          </p:nvSpPr>
          <p:spPr>
            <a:xfrm>
              <a:off x="54607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7" name="Google Shape;367;p5"/>
          <p:cNvGrpSpPr/>
          <p:nvPr/>
        </p:nvGrpSpPr>
        <p:grpSpPr>
          <a:xfrm rot="5400000" flipH="1">
            <a:off x="-531622" y="163274"/>
            <a:ext cx="1823016" cy="296643"/>
            <a:chOff x="7857346" y="3902355"/>
            <a:chExt cx="1823016" cy="296643"/>
          </a:xfrm>
        </p:grpSpPr>
        <p:sp>
          <p:nvSpPr>
            <p:cNvPr id="368" name="Google Shape;368;p5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5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5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5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5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5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4" name="Google Shape;374;p5"/>
          <p:cNvGrpSpPr/>
          <p:nvPr/>
        </p:nvGrpSpPr>
        <p:grpSpPr>
          <a:xfrm>
            <a:off x="4664363" y="4961113"/>
            <a:ext cx="1520982" cy="302065"/>
            <a:chOff x="5642557" y="-150670"/>
            <a:chExt cx="1520982" cy="302065"/>
          </a:xfrm>
        </p:grpSpPr>
        <p:sp>
          <p:nvSpPr>
            <p:cNvPr id="375" name="Google Shape;375;p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0" name="Google Shape;380;p5"/>
          <p:cNvGrpSpPr/>
          <p:nvPr/>
        </p:nvGrpSpPr>
        <p:grpSpPr>
          <a:xfrm>
            <a:off x="1557957" y="-107958"/>
            <a:ext cx="1520982" cy="302065"/>
            <a:chOff x="5642557" y="-150670"/>
            <a:chExt cx="1520982" cy="302065"/>
          </a:xfrm>
        </p:grpSpPr>
        <p:sp>
          <p:nvSpPr>
            <p:cNvPr id="381" name="Google Shape;381;p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6" name="Google Shape;386;p5"/>
          <p:cNvGrpSpPr/>
          <p:nvPr/>
        </p:nvGrpSpPr>
        <p:grpSpPr>
          <a:xfrm>
            <a:off x="7855739" y="297302"/>
            <a:ext cx="883262" cy="242091"/>
            <a:chOff x="2300350" y="2601250"/>
            <a:chExt cx="2275275" cy="623625"/>
          </a:xfrm>
        </p:grpSpPr>
        <p:sp>
          <p:nvSpPr>
            <p:cNvPr id="387" name="Google Shape;387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3" name="Google Shape;393;p5"/>
          <p:cNvGrpSpPr/>
          <p:nvPr/>
        </p:nvGrpSpPr>
        <p:grpSpPr>
          <a:xfrm rot="10800000">
            <a:off x="-214148" y="2709227"/>
            <a:ext cx="883262" cy="242091"/>
            <a:chOff x="2300350" y="2601250"/>
            <a:chExt cx="2275275" cy="623625"/>
          </a:xfrm>
        </p:grpSpPr>
        <p:sp>
          <p:nvSpPr>
            <p:cNvPr id="394" name="Google Shape;394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0" name="Google Shape;400;p5"/>
          <p:cNvSpPr/>
          <p:nvPr/>
        </p:nvSpPr>
        <p:spPr>
          <a:xfrm rot="5400000" flipH="1">
            <a:off x="8198089" y="410275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1" name="Google Shape;401;p5"/>
          <p:cNvGrpSpPr/>
          <p:nvPr/>
        </p:nvGrpSpPr>
        <p:grpSpPr>
          <a:xfrm rot="10800000" flipH="1">
            <a:off x="8250449" y="4623928"/>
            <a:ext cx="883262" cy="242091"/>
            <a:chOff x="2300350" y="2601250"/>
            <a:chExt cx="2275275" cy="623625"/>
          </a:xfrm>
        </p:grpSpPr>
        <p:sp>
          <p:nvSpPr>
            <p:cNvPr id="402" name="Google Shape;402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410" name="Google Shape;410;p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8" name="Google Shape;448;p6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0" name="Google Shape;450;p6"/>
          <p:cNvGrpSpPr/>
          <p:nvPr/>
        </p:nvGrpSpPr>
        <p:grpSpPr>
          <a:xfrm>
            <a:off x="494301" y="4792125"/>
            <a:ext cx="1252897" cy="51000"/>
            <a:chOff x="2915381" y="4104819"/>
            <a:chExt cx="1252897" cy="51000"/>
          </a:xfrm>
        </p:grpSpPr>
        <p:sp>
          <p:nvSpPr>
            <p:cNvPr id="451" name="Google Shape;451;p6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6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6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6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6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6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6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6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6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6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6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6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6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6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5" name="Google Shape;465;p6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6" name="Google Shape;466;p6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467" name="Google Shape;467;p6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6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6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6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6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2" name="Google Shape;472;p6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473" name="Google Shape;473;p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8" name="Google Shape;478;p6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9" name="Google Shape;479;p6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480" name="Google Shape;480;p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6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487" name="Google Shape;487;p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Google Shape;493;p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494" name="Google Shape;494;p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532;p7"/>
          <p:cNvSpPr txBox="1">
            <a:spLocks noGrp="1"/>
          </p:cNvSpPr>
          <p:nvPr>
            <p:ph type="title"/>
          </p:nvPr>
        </p:nvSpPr>
        <p:spPr>
          <a:xfrm>
            <a:off x="4433200" y="1945637"/>
            <a:ext cx="399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33" name="Google Shape;533;p7"/>
          <p:cNvSpPr txBox="1">
            <a:spLocks noGrp="1"/>
          </p:cNvSpPr>
          <p:nvPr>
            <p:ph type="subTitle" idx="1"/>
          </p:nvPr>
        </p:nvSpPr>
        <p:spPr>
          <a:xfrm>
            <a:off x="4433200" y="2519285"/>
            <a:ext cx="3997800" cy="73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4" name="Google Shape;534;p7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7"/>
          <p:cNvSpPr/>
          <p:nvPr/>
        </p:nvSpPr>
        <p:spPr>
          <a:xfrm rot="-5400000">
            <a:off x="348812" y="-552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6" name="Google Shape;536;p7"/>
          <p:cNvGrpSpPr/>
          <p:nvPr/>
        </p:nvGrpSpPr>
        <p:grpSpPr>
          <a:xfrm rot="10800000">
            <a:off x="-11" y="465966"/>
            <a:ext cx="883262" cy="242091"/>
            <a:chOff x="2300350" y="2601250"/>
            <a:chExt cx="2275275" cy="623625"/>
          </a:xfrm>
        </p:grpSpPr>
        <p:sp>
          <p:nvSpPr>
            <p:cNvPr id="537" name="Google Shape;537;p7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7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7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7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7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7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3" name="Google Shape;543;p7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544" name="Google Shape;544;p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9" name="Google Shape;549;p7"/>
          <p:cNvSpPr/>
          <p:nvPr/>
        </p:nvSpPr>
        <p:spPr>
          <a:xfrm rot="5400000">
            <a:off x="5514970" y="-390021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7"/>
          <p:cNvSpPr/>
          <p:nvPr/>
        </p:nvSpPr>
        <p:spPr>
          <a:xfrm rot="5400000">
            <a:off x="5794270" y="-86921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1" name="Google Shape;551;p7"/>
          <p:cNvGrpSpPr/>
          <p:nvPr/>
        </p:nvGrpSpPr>
        <p:grpSpPr>
          <a:xfrm>
            <a:off x="3502226" y="841481"/>
            <a:ext cx="1252897" cy="51000"/>
            <a:chOff x="2915381" y="4104819"/>
            <a:chExt cx="1252897" cy="51000"/>
          </a:xfrm>
        </p:grpSpPr>
        <p:sp>
          <p:nvSpPr>
            <p:cNvPr id="552" name="Google Shape;552;p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6" name="Google Shape;566;p7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7" name="Google Shape;567;p7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568" name="Google Shape;568;p7"/>
            <p:cNvSpPr/>
            <p:nvPr/>
          </p:nvSpPr>
          <p:spPr>
            <a:xfrm rot="10800000" flipH="1">
              <a:off x="8184816" y="4723543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7"/>
            <p:cNvSpPr/>
            <p:nvPr/>
          </p:nvSpPr>
          <p:spPr>
            <a:xfrm rot="10800000" flipH="1">
              <a:off x="8085946" y="4828583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7"/>
            <p:cNvSpPr/>
            <p:nvPr/>
          </p:nvSpPr>
          <p:spPr>
            <a:xfrm rot="10800000" flipH="1">
              <a:off x="8110687" y="4853293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1" name="Google Shape;571;p7"/>
          <p:cNvSpPr/>
          <p:nvPr/>
        </p:nvSpPr>
        <p:spPr>
          <a:xfrm rot="10800000">
            <a:off x="419712" y="40640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2" name="Google Shape;572;p7"/>
          <p:cNvGrpSpPr/>
          <p:nvPr/>
        </p:nvGrpSpPr>
        <p:grpSpPr>
          <a:xfrm rot="5400000">
            <a:off x="29239" y="3087771"/>
            <a:ext cx="98902" cy="553090"/>
            <a:chOff x="4898850" y="4820550"/>
            <a:chExt cx="98902" cy="553090"/>
          </a:xfrm>
        </p:grpSpPr>
        <p:sp>
          <p:nvSpPr>
            <p:cNvPr id="573" name="Google Shape;573;p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8" name="Google Shape;578;p7"/>
          <p:cNvGrpSpPr/>
          <p:nvPr/>
        </p:nvGrpSpPr>
        <p:grpSpPr>
          <a:xfrm>
            <a:off x="4954518" y="4958766"/>
            <a:ext cx="1520982" cy="302065"/>
            <a:chOff x="5642557" y="-150670"/>
            <a:chExt cx="1520982" cy="302065"/>
          </a:xfrm>
        </p:grpSpPr>
        <p:sp>
          <p:nvSpPr>
            <p:cNvPr id="579" name="Google Shape;579;p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5" name="Google Shape;585;p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586" name="Google Shape;586;p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4" name="Google Shape;624;p8"/>
          <p:cNvSpPr txBox="1">
            <a:spLocks noGrp="1"/>
          </p:cNvSpPr>
          <p:nvPr>
            <p:ph type="title"/>
          </p:nvPr>
        </p:nvSpPr>
        <p:spPr>
          <a:xfrm>
            <a:off x="1182000" y="1320700"/>
            <a:ext cx="6780000" cy="2523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25" name="Google Shape;625;p8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6" name="Google Shape;626;p8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627" name="Google Shape;627;p8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8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9" name="Google Shape;629;p8"/>
          <p:cNvGrpSpPr/>
          <p:nvPr/>
        </p:nvGrpSpPr>
        <p:grpSpPr>
          <a:xfrm>
            <a:off x="8059521" y="3662080"/>
            <a:ext cx="1823016" cy="196994"/>
            <a:chOff x="7857346" y="4002005"/>
            <a:chExt cx="1823016" cy="196994"/>
          </a:xfrm>
        </p:grpSpPr>
        <p:sp>
          <p:nvSpPr>
            <p:cNvPr id="630" name="Google Shape;630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3" name="Google Shape;633;p8"/>
          <p:cNvSpPr/>
          <p:nvPr/>
        </p:nvSpPr>
        <p:spPr>
          <a:xfrm rot="10800000">
            <a:off x="7375212" y="40449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4" name="Google Shape;634;p8"/>
          <p:cNvGrpSpPr/>
          <p:nvPr/>
        </p:nvGrpSpPr>
        <p:grpSpPr>
          <a:xfrm rot="-5400000" flipH="1">
            <a:off x="3660496" y="4907217"/>
            <a:ext cx="1823016" cy="296643"/>
            <a:chOff x="7857346" y="3902355"/>
            <a:chExt cx="1823016" cy="296643"/>
          </a:xfrm>
        </p:grpSpPr>
        <p:sp>
          <p:nvSpPr>
            <p:cNvPr id="635" name="Google Shape;635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8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8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8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1" name="Google Shape;641;p8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8"/>
          <p:cNvSpPr/>
          <p:nvPr/>
        </p:nvSpPr>
        <p:spPr>
          <a:xfrm rot="10800000">
            <a:off x="4395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4" name="Google Shape;644;p8"/>
          <p:cNvGrpSpPr/>
          <p:nvPr/>
        </p:nvGrpSpPr>
        <p:grpSpPr>
          <a:xfrm>
            <a:off x="7812807" y="1533337"/>
            <a:ext cx="1520982" cy="302065"/>
            <a:chOff x="5642557" y="-150670"/>
            <a:chExt cx="1520982" cy="302065"/>
          </a:xfrm>
        </p:grpSpPr>
        <p:sp>
          <p:nvSpPr>
            <p:cNvPr id="645" name="Google Shape;645;p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0" name="Google Shape;650;p8"/>
          <p:cNvGrpSpPr/>
          <p:nvPr/>
        </p:nvGrpSpPr>
        <p:grpSpPr>
          <a:xfrm rot="5400000">
            <a:off x="424642" y="3926674"/>
            <a:ext cx="302065" cy="1520982"/>
            <a:chOff x="-108754" y="2690919"/>
            <a:chExt cx="302065" cy="1520982"/>
          </a:xfrm>
        </p:grpSpPr>
        <p:sp>
          <p:nvSpPr>
            <p:cNvPr id="651" name="Google Shape;651;p8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8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8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8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8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6" name="Google Shape;656;p8"/>
          <p:cNvSpPr/>
          <p:nvPr/>
        </p:nvSpPr>
        <p:spPr>
          <a:xfrm rot="-5400000" flipH="1">
            <a:off x="1059557" y="-1888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7" name="Google Shape;657;p8"/>
          <p:cNvGrpSpPr/>
          <p:nvPr/>
        </p:nvGrpSpPr>
        <p:grpSpPr>
          <a:xfrm>
            <a:off x="8327763" y="172353"/>
            <a:ext cx="883262" cy="242091"/>
            <a:chOff x="2300350" y="2601250"/>
            <a:chExt cx="2275275" cy="623625"/>
          </a:xfrm>
        </p:grpSpPr>
        <p:sp>
          <p:nvSpPr>
            <p:cNvPr id="658" name="Google Shape;658;p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4" name="Google Shape;664;p8"/>
          <p:cNvGrpSpPr/>
          <p:nvPr/>
        </p:nvGrpSpPr>
        <p:grpSpPr>
          <a:xfrm flipH="1">
            <a:off x="-248008" y="1713528"/>
            <a:ext cx="883262" cy="242091"/>
            <a:chOff x="2300350" y="2601250"/>
            <a:chExt cx="2275275" cy="623625"/>
          </a:xfrm>
        </p:grpSpPr>
        <p:sp>
          <p:nvSpPr>
            <p:cNvPr id="665" name="Google Shape;665;p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1" name="Google Shape;671;p8"/>
          <p:cNvGrpSpPr/>
          <p:nvPr/>
        </p:nvGrpSpPr>
        <p:grpSpPr>
          <a:xfrm rot="-5400000">
            <a:off x="3666586" y="-57798"/>
            <a:ext cx="1823016" cy="296643"/>
            <a:chOff x="7857346" y="3902355"/>
            <a:chExt cx="1823016" cy="296643"/>
          </a:xfrm>
        </p:grpSpPr>
        <p:sp>
          <p:nvSpPr>
            <p:cNvPr id="672" name="Google Shape;672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8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8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8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" name="Google Shape;679;p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680" name="Google Shape;680;p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8" name="Google Shape;718;p9"/>
          <p:cNvSpPr txBox="1">
            <a:spLocks noGrp="1"/>
          </p:cNvSpPr>
          <p:nvPr>
            <p:ph type="subTitle" idx="1"/>
          </p:nvPr>
        </p:nvSpPr>
        <p:spPr>
          <a:xfrm>
            <a:off x="2399850" y="2366051"/>
            <a:ext cx="4344300" cy="106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9" name="Google Shape;719;p9"/>
          <p:cNvSpPr txBox="1">
            <a:spLocks noGrp="1"/>
          </p:cNvSpPr>
          <p:nvPr>
            <p:ph type="title"/>
          </p:nvPr>
        </p:nvSpPr>
        <p:spPr>
          <a:xfrm>
            <a:off x="2399850" y="1723050"/>
            <a:ext cx="43443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20" name="Google Shape;720;p9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1" name="Google Shape;721;p9"/>
          <p:cNvGrpSpPr/>
          <p:nvPr/>
        </p:nvGrpSpPr>
        <p:grpSpPr>
          <a:xfrm rot="10800000">
            <a:off x="-11" y="779178"/>
            <a:ext cx="883262" cy="242091"/>
            <a:chOff x="2300350" y="2601250"/>
            <a:chExt cx="2275275" cy="623625"/>
          </a:xfrm>
        </p:grpSpPr>
        <p:sp>
          <p:nvSpPr>
            <p:cNvPr id="722" name="Google Shape;722;p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8" name="Google Shape;728;p9"/>
          <p:cNvSpPr/>
          <p:nvPr/>
        </p:nvSpPr>
        <p:spPr>
          <a:xfrm rot="5400000">
            <a:off x="1495470" y="-4919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9"/>
          <p:cNvSpPr/>
          <p:nvPr/>
        </p:nvSpPr>
        <p:spPr>
          <a:xfrm rot="5400000">
            <a:off x="1774770" y="-1888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9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1" name="Google Shape;731;p9"/>
          <p:cNvGrpSpPr/>
          <p:nvPr/>
        </p:nvGrpSpPr>
        <p:grpSpPr>
          <a:xfrm>
            <a:off x="-1414555" y="3287329"/>
            <a:ext cx="2297800" cy="347400"/>
            <a:chOff x="-1414555" y="3439729"/>
            <a:chExt cx="2297800" cy="347400"/>
          </a:xfrm>
        </p:grpSpPr>
        <p:sp>
          <p:nvSpPr>
            <p:cNvPr id="732" name="Google Shape;732;p9"/>
            <p:cNvSpPr/>
            <p:nvPr/>
          </p:nvSpPr>
          <p:spPr>
            <a:xfrm>
              <a:off x="-1414555" y="3719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9"/>
            <p:cNvSpPr/>
            <p:nvPr/>
          </p:nvSpPr>
          <p:spPr>
            <a:xfrm>
              <a:off x="-1111455" y="3439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4" name="Google Shape;734;p9"/>
          <p:cNvGrpSpPr/>
          <p:nvPr/>
        </p:nvGrpSpPr>
        <p:grpSpPr>
          <a:xfrm>
            <a:off x="5512632" y="-116346"/>
            <a:ext cx="1520982" cy="302065"/>
            <a:chOff x="5642557" y="-150670"/>
            <a:chExt cx="1520982" cy="302065"/>
          </a:xfrm>
        </p:grpSpPr>
        <p:sp>
          <p:nvSpPr>
            <p:cNvPr id="735" name="Google Shape;735;p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0" name="Google Shape;740;p9"/>
          <p:cNvGrpSpPr/>
          <p:nvPr/>
        </p:nvGrpSpPr>
        <p:grpSpPr>
          <a:xfrm rot="10800000" flipH="1">
            <a:off x="7918521" y="1923880"/>
            <a:ext cx="1823016" cy="296643"/>
            <a:chOff x="7857346" y="3902355"/>
            <a:chExt cx="1823016" cy="296643"/>
          </a:xfrm>
        </p:grpSpPr>
        <p:sp>
          <p:nvSpPr>
            <p:cNvPr id="741" name="Google Shape;741;p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9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9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9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7" name="Google Shape;747;p9"/>
          <p:cNvGrpSpPr/>
          <p:nvPr/>
        </p:nvGrpSpPr>
        <p:grpSpPr>
          <a:xfrm flipH="1">
            <a:off x="-799254" y="2157805"/>
            <a:ext cx="1823016" cy="196994"/>
            <a:chOff x="7857346" y="4002005"/>
            <a:chExt cx="1823016" cy="196994"/>
          </a:xfrm>
        </p:grpSpPr>
        <p:sp>
          <p:nvSpPr>
            <p:cNvPr id="748" name="Google Shape;748;p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1" name="Google Shape;751;p9"/>
          <p:cNvGrpSpPr/>
          <p:nvPr/>
        </p:nvGrpSpPr>
        <p:grpSpPr>
          <a:xfrm>
            <a:off x="8331253" y="3180067"/>
            <a:ext cx="1105976" cy="133969"/>
            <a:chOff x="8183182" y="663852"/>
            <a:chExt cx="1475028" cy="178673"/>
          </a:xfrm>
        </p:grpSpPr>
        <p:grpSp>
          <p:nvGrpSpPr>
            <p:cNvPr id="752" name="Google Shape;752;p9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753" name="Google Shape;753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3" name="Google Shape;763;p9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764" name="Google Shape;764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4" name="Google Shape;774;p9"/>
          <p:cNvGrpSpPr/>
          <p:nvPr/>
        </p:nvGrpSpPr>
        <p:grpSpPr>
          <a:xfrm rot="5400000">
            <a:off x="85100" y="4288025"/>
            <a:ext cx="98902" cy="553090"/>
            <a:chOff x="4898850" y="4820550"/>
            <a:chExt cx="98902" cy="553090"/>
          </a:xfrm>
        </p:grpSpPr>
        <p:sp>
          <p:nvSpPr>
            <p:cNvPr id="775" name="Google Shape;775;p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0"/>
          <p:cNvSpPr txBox="1">
            <a:spLocks noGrp="1"/>
          </p:cNvSpPr>
          <p:nvPr>
            <p:ph type="body" idx="1"/>
          </p:nvPr>
        </p:nvSpPr>
        <p:spPr>
          <a:xfrm>
            <a:off x="1109550" y="4079027"/>
            <a:ext cx="6924900" cy="44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Exo"/>
                <a:ea typeface="Exo"/>
                <a:cs typeface="Exo"/>
                <a:sym typeface="Exo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3" name="Google Shape;783;p1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784" name="Google Shape;784;p11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1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1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1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1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1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1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1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1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1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1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1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1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1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1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1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1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1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1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1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1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1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1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1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1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1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1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1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1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1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1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1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1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1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1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1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1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1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2" name="Google Shape;822;p11"/>
          <p:cNvSpPr txBox="1">
            <a:spLocks noGrp="1"/>
          </p:cNvSpPr>
          <p:nvPr>
            <p:ph type="title" hasCustomPrompt="1"/>
          </p:nvPr>
        </p:nvSpPr>
        <p:spPr>
          <a:xfrm>
            <a:off x="713100" y="1328587"/>
            <a:ext cx="7717800" cy="1671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3" name="Google Shape;823;p11"/>
          <p:cNvSpPr txBox="1">
            <a:spLocks noGrp="1"/>
          </p:cNvSpPr>
          <p:nvPr>
            <p:ph type="subTitle" idx="1"/>
          </p:nvPr>
        </p:nvSpPr>
        <p:spPr>
          <a:xfrm>
            <a:off x="2037000" y="3075825"/>
            <a:ext cx="5070000" cy="33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24" name="Google Shape;824;p11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5" name="Google Shape;825;p11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826" name="Google Shape;826;p1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1" name="Google Shape;831;p11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832" name="Google Shape;832;p1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7" name="Google Shape;837;p11"/>
          <p:cNvSpPr/>
          <p:nvPr/>
        </p:nvSpPr>
        <p:spPr>
          <a:xfrm>
            <a:off x="-1414555" y="33380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11"/>
          <p:cNvSpPr/>
          <p:nvPr/>
        </p:nvSpPr>
        <p:spPr>
          <a:xfrm>
            <a:off x="-1111455" y="30587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9" name="Google Shape;839;p11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840" name="Google Shape;840;p1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3" name="Google Shape;843;p11"/>
          <p:cNvGrpSpPr/>
          <p:nvPr/>
        </p:nvGrpSpPr>
        <p:grpSpPr>
          <a:xfrm rot="-5400000" flipH="1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844" name="Google Shape;844;p1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1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1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1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11"/>
          <p:cNvSpPr/>
          <p:nvPr/>
        </p:nvSpPr>
        <p:spPr>
          <a:xfrm rot="5400000">
            <a:off x="5457595" y="-4919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11"/>
          <p:cNvSpPr/>
          <p:nvPr/>
        </p:nvSpPr>
        <p:spPr>
          <a:xfrm rot="5400000">
            <a:off x="5736895" y="-1888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11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11"/>
          <p:cNvSpPr/>
          <p:nvPr/>
        </p:nvSpPr>
        <p:spPr>
          <a:xfrm rot="5400000">
            <a:off x="8208386" y="420378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11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5" name="Google Shape;855;p11"/>
          <p:cNvGrpSpPr/>
          <p:nvPr/>
        </p:nvGrpSpPr>
        <p:grpSpPr>
          <a:xfrm>
            <a:off x="7965207" y="312162"/>
            <a:ext cx="1520982" cy="302065"/>
            <a:chOff x="5642557" y="-150670"/>
            <a:chExt cx="1520982" cy="302065"/>
          </a:xfrm>
        </p:grpSpPr>
        <p:sp>
          <p:nvSpPr>
            <p:cNvPr id="856" name="Google Shape;856;p1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1" name="Google Shape;861;p11"/>
          <p:cNvGrpSpPr/>
          <p:nvPr/>
        </p:nvGrpSpPr>
        <p:grpSpPr>
          <a:xfrm>
            <a:off x="8495989" y="3241228"/>
            <a:ext cx="883262" cy="242091"/>
            <a:chOff x="2300350" y="2601250"/>
            <a:chExt cx="2275275" cy="623625"/>
          </a:xfrm>
        </p:grpSpPr>
        <p:sp>
          <p:nvSpPr>
            <p:cNvPr id="862" name="Google Shape;862;p1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8" name="Google Shape;868;p11"/>
          <p:cNvGrpSpPr/>
          <p:nvPr/>
        </p:nvGrpSpPr>
        <p:grpSpPr>
          <a:xfrm>
            <a:off x="8267392" y="1860741"/>
            <a:ext cx="1105976" cy="133969"/>
            <a:chOff x="8183182" y="663852"/>
            <a:chExt cx="1475028" cy="178673"/>
          </a:xfrm>
        </p:grpSpPr>
        <p:grpSp>
          <p:nvGrpSpPr>
            <p:cNvPr id="869" name="Google Shape;869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870" name="Google Shape;870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80" name="Google Shape;880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881" name="Google Shape;881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91" name="Google Shape;891;p11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892" name="Google Shape;892;p11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1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1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1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1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1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1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1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1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1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1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1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1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1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6" name="Google Shape;906;p11"/>
          <p:cNvGrpSpPr/>
          <p:nvPr/>
        </p:nvGrpSpPr>
        <p:grpSpPr>
          <a:xfrm>
            <a:off x="-235013" y="829744"/>
            <a:ext cx="1105976" cy="133969"/>
            <a:chOff x="8183182" y="663852"/>
            <a:chExt cx="1475028" cy="178673"/>
          </a:xfrm>
        </p:grpSpPr>
        <p:grpSp>
          <p:nvGrpSpPr>
            <p:cNvPr id="907" name="Google Shape;907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8" name="Google Shape;908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8" name="Google Shape;918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919" name="Google Shape;919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" name="Google Shape;931;p1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932" name="Google Shape;932;p1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1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1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0" name="Google Shape;970;p13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971" name="Google Shape;971;p13"/>
          <p:cNvSpPr txBox="1">
            <a:spLocks noGrp="1"/>
          </p:cNvSpPr>
          <p:nvPr>
            <p:ph type="title" idx="2"/>
          </p:nvPr>
        </p:nvSpPr>
        <p:spPr>
          <a:xfrm>
            <a:off x="776550" y="1982455"/>
            <a:ext cx="22335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2" name="Google Shape;972;p13"/>
          <p:cNvSpPr txBox="1">
            <a:spLocks noGrp="1"/>
          </p:cNvSpPr>
          <p:nvPr>
            <p:ph type="subTitle" idx="1"/>
          </p:nvPr>
        </p:nvSpPr>
        <p:spPr>
          <a:xfrm>
            <a:off x="776550" y="2391054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3" name="Google Shape;973;p13"/>
          <p:cNvSpPr txBox="1">
            <a:spLocks noGrp="1"/>
          </p:cNvSpPr>
          <p:nvPr>
            <p:ph type="title" idx="3" hasCustomPrompt="1"/>
          </p:nvPr>
        </p:nvSpPr>
        <p:spPr>
          <a:xfrm>
            <a:off x="776550" y="1345282"/>
            <a:ext cx="22335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4" name="Google Shape;974;p13"/>
          <p:cNvSpPr txBox="1">
            <a:spLocks noGrp="1"/>
          </p:cNvSpPr>
          <p:nvPr>
            <p:ph type="title" idx="4"/>
          </p:nvPr>
        </p:nvSpPr>
        <p:spPr>
          <a:xfrm>
            <a:off x="3471150" y="198245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5" name="Google Shape;975;p13"/>
          <p:cNvSpPr txBox="1">
            <a:spLocks noGrp="1"/>
          </p:cNvSpPr>
          <p:nvPr>
            <p:ph type="subTitle" idx="5"/>
          </p:nvPr>
        </p:nvSpPr>
        <p:spPr>
          <a:xfrm>
            <a:off x="3471150" y="239105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6" name="Google Shape;976;p13"/>
          <p:cNvSpPr txBox="1">
            <a:spLocks noGrp="1"/>
          </p:cNvSpPr>
          <p:nvPr>
            <p:ph type="title" idx="6" hasCustomPrompt="1"/>
          </p:nvPr>
        </p:nvSpPr>
        <p:spPr>
          <a:xfrm>
            <a:off x="3471150" y="1345282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7" name="Google Shape;977;p13"/>
          <p:cNvSpPr txBox="1">
            <a:spLocks noGrp="1"/>
          </p:cNvSpPr>
          <p:nvPr>
            <p:ph type="title" idx="7"/>
          </p:nvPr>
        </p:nvSpPr>
        <p:spPr>
          <a:xfrm>
            <a:off x="6149850" y="198245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8" name="Google Shape;978;p13"/>
          <p:cNvSpPr txBox="1">
            <a:spLocks noGrp="1"/>
          </p:cNvSpPr>
          <p:nvPr>
            <p:ph type="subTitle" idx="8"/>
          </p:nvPr>
        </p:nvSpPr>
        <p:spPr>
          <a:xfrm>
            <a:off x="6149850" y="239105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9" name="Google Shape;979;p13"/>
          <p:cNvSpPr txBox="1">
            <a:spLocks noGrp="1"/>
          </p:cNvSpPr>
          <p:nvPr>
            <p:ph type="title" idx="9" hasCustomPrompt="1"/>
          </p:nvPr>
        </p:nvSpPr>
        <p:spPr>
          <a:xfrm>
            <a:off x="6149850" y="1345282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0" name="Google Shape;980;p13"/>
          <p:cNvSpPr txBox="1">
            <a:spLocks noGrp="1"/>
          </p:cNvSpPr>
          <p:nvPr>
            <p:ph type="title" idx="13"/>
          </p:nvPr>
        </p:nvSpPr>
        <p:spPr>
          <a:xfrm>
            <a:off x="776550" y="3617845"/>
            <a:ext cx="22335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1" name="Google Shape;981;p13"/>
          <p:cNvSpPr txBox="1">
            <a:spLocks noGrp="1"/>
          </p:cNvSpPr>
          <p:nvPr>
            <p:ph type="subTitle" idx="14"/>
          </p:nvPr>
        </p:nvSpPr>
        <p:spPr>
          <a:xfrm>
            <a:off x="776550" y="4026444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2" name="Google Shape;982;p13"/>
          <p:cNvSpPr txBox="1">
            <a:spLocks noGrp="1"/>
          </p:cNvSpPr>
          <p:nvPr>
            <p:ph type="title" idx="15" hasCustomPrompt="1"/>
          </p:nvPr>
        </p:nvSpPr>
        <p:spPr>
          <a:xfrm>
            <a:off x="776550" y="2980641"/>
            <a:ext cx="22335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3" name="Google Shape;983;p13"/>
          <p:cNvSpPr txBox="1">
            <a:spLocks noGrp="1"/>
          </p:cNvSpPr>
          <p:nvPr>
            <p:ph type="title" idx="16"/>
          </p:nvPr>
        </p:nvSpPr>
        <p:spPr>
          <a:xfrm>
            <a:off x="3471150" y="361784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4" name="Google Shape;984;p13"/>
          <p:cNvSpPr txBox="1">
            <a:spLocks noGrp="1"/>
          </p:cNvSpPr>
          <p:nvPr>
            <p:ph type="subTitle" idx="17"/>
          </p:nvPr>
        </p:nvSpPr>
        <p:spPr>
          <a:xfrm>
            <a:off x="3471150" y="402644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5" name="Google Shape;985;p13"/>
          <p:cNvSpPr txBox="1">
            <a:spLocks noGrp="1"/>
          </p:cNvSpPr>
          <p:nvPr>
            <p:ph type="title" idx="18" hasCustomPrompt="1"/>
          </p:nvPr>
        </p:nvSpPr>
        <p:spPr>
          <a:xfrm>
            <a:off x="3471150" y="2980641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6" name="Google Shape;986;p13"/>
          <p:cNvSpPr txBox="1">
            <a:spLocks noGrp="1"/>
          </p:cNvSpPr>
          <p:nvPr>
            <p:ph type="title" idx="19"/>
          </p:nvPr>
        </p:nvSpPr>
        <p:spPr>
          <a:xfrm>
            <a:off x="6149850" y="361784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7" name="Google Shape;987;p13"/>
          <p:cNvSpPr txBox="1">
            <a:spLocks noGrp="1"/>
          </p:cNvSpPr>
          <p:nvPr>
            <p:ph type="subTitle" idx="20"/>
          </p:nvPr>
        </p:nvSpPr>
        <p:spPr>
          <a:xfrm>
            <a:off x="6149850" y="402644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8" name="Google Shape;988;p13"/>
          <p:cNvSpPr txBox="1">
            <a:spLocks noGrp="1"/>
          </p:cNvSpPr>
          <p:nvPr>
            <p:ph type="title" idx="21" hasCustomPrompt="1"/>
          </p:nvPr>
        </p:nvSpPr>
        <p:spPr>
          <a:xfrm>
            <a:off x="6149850" y="2980641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989" name="Google Shape;989;p13"/>
          <p:cNvGrpSpPr/>
          <p:nvPr/>
        </p:nvGrpSpPr>
        <p:grpSpPr>
          <a:xfrm rot="5400000">
            <a:off x="8381450" y="4569182"/>
            <a:ext cx="98902" cy="553090"/>
            <a:chOff x="4898850" y="4820550"/>
            <a:chExt cx="98902" cy="553090"/>
          </a:xfrm>
        </p:grpSpPr>
        <p:sp>
          <p:nvSpPr>
            <p:cNvPr id="990" name="Google Shape;990;p1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5" name="Google Shape;995;p13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6" name="Google Shape;996;p13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997" name="Google Shape;997;p1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3" name="Google Shape;1003;p13"/>
          <p:cNvSpPr/>
          <p:nvPr/>
        </p:nvSpPr>
        <p:spPr>
          <a:xfrm rot="5400000" flipH="1">
            <a:off x="8216276" y="-33530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4" name="Google Shape;1004;p13"/>
          <p:cNvGrpSpPr/>
          <p:nvPr/>
        </p:nvGrpSpPr>
        <p:grpSpPr>
          <a:xfrm>
            <a:off x="-256008" y="4796266"/>
            <a:ext cx="1105976" cy="133969"/>
            <a:chOff x="8183182" y="663852"/>
            <a:chExt cx="1475028" cy="178673"/>
          </a:xfrm>
        </p:grpSpPr>
        <p:grpSp>
          <p:nvGrpSpPr>
            <p:cNvPr id="1005" name="Google Shape;1005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06" name="Google Shape;1006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6" name="Google Shape;1016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7" name="Google Shape;1017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27" name="Google Shape;1027;p13"/>
          <p:cNvGrpSpPr/>
          <p:nvPr/>
        </p:nvGrpSpPr>
        <p:grpSpPr>
          <a:xfrm>
            <a:off x="8290084" y="239916"/>
            <a:ext cx="1105976" cy="133969"/>
            <a:chOff x="8183182" y="663852"/>
            <a:chExt cx="1475028" cy="178673"/>
          </a:xfrm>
        </p:grpSpPr>
        <p:grpSp>
          <p:nvGrpSpPr>
            <p:cNvPr id="1028" name="Google Shape;1028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29" name="Google Shape;1029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9" name="Google Shape;1039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40" name="Google Shape;1040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50" name="Google Shape;1050;p13"/>
          <p:cNvGrpSpPr/>
          <p:nvPr/>
        </p:nvGrpSpPr>
        <p:grpSpPr>
          <a:xfrm rot="5400000">
            <a:off x="8428614" y="2891627"/>
            <a:ext cx="883262" cy="242091"/>
            <a:chOff x="2300350" y="2601250"/>
            <a:chExt cx="2275275" cy="623625"/>
          </a:xfrm>
        </p:grpSpPr>
        <p:sp>
          <p:nvSpPr>
            <p:cNvPr id="1051" name="Google Shape;1051;p1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1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1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1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1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1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7" name="Google Shape;1057;p13"/>
          <p:cNvGrpSpPr/>
          <p:nvPr/>
        </p:nvGrpSpPr>
        <p:grpSpPr>
          <a:xfrm>
            <a:off x="1634157" y="-107958"/>
            <a:ext cx="1520982" cy="302065"/>
            <a:chOff x="5642557" y="-150670"/>
            <a:chExt cx="1520982" cy="302065"/>
          </a:xfrm>
        </p:grpSpPr>
        <p:sp>
          <p:nvSpPr>
            <p:cNvPr id="1058" name="Google Shape;1058;p13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3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13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13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13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3"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4" name="Google Shape;1064;p1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65" name="Google Shape;1065;p1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1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1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1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1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1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1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1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1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1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1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1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1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1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1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1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1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1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1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1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1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1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1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1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1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1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1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1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1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1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1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1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1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1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1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1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1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1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3" name="Google Shape;1103;p14"/>
          <p:cNvSpPr txBox="1">
            <a:spLocks noGrp="1"/>
          </p:cNvSpPr>
          <p:nvPr>
            <p:ph type="title"/>
          </p:nvPr>
        </p:nvSpPr>
        <p:spPr>
          <a:xfrm>
            <a:off x="1858000" y="3253511"/>
            <a:ext cx="5428800" cy="434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104" name="Google Shape;1104;p14"/>
          <p:cNvSpPr txBox="1">
            <a:spLocks noGrp="1"/>
          </p:cNvSpPr>
          <p:nvPr>
            <p:ph type="subTitle" idx="1"/>
          </p:nvPr>
        </p:nvSpPr>
        <p:spPr>
          <a:xfrm>
            <a:off x="2262900" y="1459638"/>
            <a:ext cx="4618200" cy="16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105" name="Google Shape;1105;p14"/>
          <p:cNvSpPr/>
          <p:nvPr/>
        </p:nvSpPr>
        <p:spPr>
          <a:xfrm rot="-5400000" flipH="1">
            <a:off x="348818" y="420789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6" name="Google Shape;1106;p14"/>
          <p:cNvGrpSpPr/>
          <p:nvPr/>
        </p:nvGrpSpPr>
        <p:grpSpPr>
          <a:xfrm rot="-5400000">
            <a:off x="6107446" y="30626"/>
            <a:ext cx="1823016" cy="296643"/>
            <a:chOff x="7857346" y="3902355"/>
            <a:chExt cx="1823016" cy="296643"/>
          </a:xfrm>
        </p:grpSpPr>
        <p:sp>
          <p:nvSpPr>
            <p:cNvPr id="1107" name="Google Shape;1107;p1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14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14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1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1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14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3" name="Google Shape;1113;p14"/>
          <p:cNvSpPr/>
          <p:nvPr/>
        </p:nvSpPr>
        <p:spPr>
          <a:xfrm flipH="1">
            <a:off x="8088870" y="21452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4" name="Google Shape;1114;p14"/>
          <p:cNvGrpSpPr/>
          <p:nvPr/>
        </p:nvGrpSpPr>
        <p:grpSpPr>
          <a:xfrm>
            <a:off x="8658746" y="2958680"/>
            <a:ext cx="1823016" cy="196994"/>
            <a:chOff x="7857346" y="4002005"/>
            <a:chExt cx="1823016" cy="196994"/>
          </a:xfrm>
        </p:grpSpPr>
        <p:sp>
          <p:nvSpPr>
            <p:cNvPr id="1115" name="Google Shape;1115;p1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1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1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8" name="Google Shape;1118;p14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9" name="Google Shape;1119;p14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0" name="Google Shape;1120;p14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121" name="Google Shape;1121;p14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14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14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14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14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6" name="Google Shape;1126;p14"/>
          <p:cNvGrpSpPr/>
          <p:nvPr/>
        </p:nvGrpSpPr>
        <p:grpSpPr>
          <a:xfrm>
            <a:off x="4296532" y="4950349"/>
            <a:ext cx="1520982" cy="302065"/>
            <a:chOff x="5642557" y="-150670"/>
            <a:chExt cx="1520982" cy="302065"/>
          </a:xfrm>
        </p:grpSpPr>
        <p:sp>
          <p:nvSpPr>
            <p:cNvPr id="1127" name="Google Shape;1127;p1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1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1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1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1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2" name="Google Shape;1132;p14"/>
          <p:cNvGrpSpPr/>
          <p:nvPr/>
        </p:nvGrpSpPr>
        <p:grpSpPr>
          <a:xfrm rot="5400000">
            <a:off x="6750925" y="4175162"/>
            <a:ext cx="98902" cy="553090"/>
            <a:chOff x="4898850" y="4820550"/>
            <a:chExt cx="98902" cy="553090"/>
          </a:xfrm>
        </p:grpSpPr>
        <p:sp>
          <p:nvSpPr>
            <p:cNvPr id="1133" name="Google Shape;1133;p14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14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14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14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14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8" name="Google Shape;1138;p14"/>
          <p:cNvGrpSpPr/>
          <p:nvPr/>
        </p:nvGrpSpPr>
        <p:grpSpPr>
          <a:xfrm>
            <a:off x="-1414555" y="3744529"/>
            <a:ext cx="2297800" cy="347400"/>
            <a:chOff x="-1414555" y="3744529"/>
            <a:chExt cx="2297800" cy="347400"/>
          </a:xfrm>
        </p:grpSpPr>
        <p:sp>
          <p:nvSpPr>
            <p:cNvPr id="1139" name="Google Shape;1139;p14"/>
            <p:cNvSpPr/>
            <p:nvPr/>
          </p:nvSpPr>
          <p:spPr>
            <a:xfrm>
              <a:off x="-1414555" y="40238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14"/>
            <p:cNvSpPr/>
            <p:nvPr/>
          </p:nvSpPr>
          <p:spPr>
            <a:xfrm>
              <a:off x="-1111455" y="37445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1" name="Google Shape;1141;p14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1142" name="Google Shape;1142;p1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1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1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1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1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1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BLANK_4"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9" name="Google Shape;1149;p1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150" name="Google Shape;1150;p1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1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1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1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1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1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1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1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1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1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1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1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1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1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1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1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1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1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1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1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1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1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1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1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1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1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1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1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1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1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1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1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1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1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1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1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1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1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88" name="Google Shape;1188;p15"/>
          <p:cNvSpPr txBox="1">
            <a:spLocks noGrp="1"/>
          </p:cNvSpPr>
          <p:nvPr>
            <p:ph type="title"/>
          </p:nvPr>
        </p:nvSpPr>
        <p:spPr>
          <a:xfrm>
            <a:off x="864525" y="2405675"/>
            <a:ext cx="7566300" cy="841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89" name="Google Shape;1189;p15"/>
          <p:cNvSpPr txBox="1">
            <a:spLocks noGrp="1"/>
          </p:cNvSpPr>
          <p:nvPr>
            <p:ph type="subTitle" idx="1"/>
          </p:nvPr>
        </p:nvSpPr>
        <p:spPr>
          <a:xfrm>
            <a:off x="864525" y="3440475"/>
            <a:ext cx="4644000" cy="34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90" name="Google Shape;1190;p15"/>
          <p:cNvSpPr txBox="1">
            <a:spLocks noGrp="1"/>
          </p:cNvSpPr>
          <p:nvPr>
            <p:ph type="title" idx="2" hasCustomPrompt="1"/>
          </p:nvPr>
        </p:nvSpPr>
        <p:spPr>
          <a:xfrm>
            <a:off x="864525" y="1484975"/>
            <a:ext cx="2130300" cy="920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191" name="Google Shape;1191;p15"/>
          <p:cNvGrpSpPr/>
          <p:nvPr/>
        </p:nvGrpSpPr>
        <p:grpSpPr>
          <a:xfrm rot="5400000">
            <a:off x="-32670" y="1621025"/>
            <a:ext cx="98902" cy="553090"/>
            <a:chOff x="4898850" y="4820550"/>
            <a:chExt cx="98902" cy="553090"/>
          </a:xfrm>
        </p:grpSpPr>
        <p:sp>
          <p:nvSpPr>
            <p:cNvPr id="1192" name="Google Shape;1192;p1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1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1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1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1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7" name="Google Shape;1197;p15"/>
          <p:cNvSpPr/>
          <p:nvPr/>
        </p:nvSpPr>
        <p:spPr>
          <a:xfrm rot="-5400000">
            <a:off x="348818" y="3906123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8" name="Google Shape;1198;p15"/>
          <p:cNvSpPr/>
          <p:nvPr/>
        </p:nvSpPr>
        <p:spPr>
          <a:xfrm rot="5400000">
            <a:off x="-562205" y="-3395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9" name="Google Shape;1199;p15"/>
          <p:cNvSpPr/>
          <p:nvPr/>
        </p:nvSpPr>
        <p:spPr>
          <a:xfrm rot="5400000">
            <a:off x="-282905" y="-364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0" name="Google Shape;1200;p15"/>
          <p:cNvSpPr/>
          <p:nvPr/>
        </p:nvSpPr>
        <p:spPr>
          <a:xfrm rot="10800000" flipH="1">
            <a:off x="2891470" y="48422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1" name="Google Shape;1201;p15"/>
          <p:cNvSpPr/>
          <p:nvPr/>
        </p:nvSpPr>
        <p:spPr>
          <a:xfrm>
            <a:off x="8535575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02" name="Google Shape;1202;p15"/>
          <p:cNvGrpSpPr/>
          <p:nvPr/>
        </p:nvGrpSpPr>
        <p:grpSpPr>
          <a:xfrm flipH="1">
            <a:off x="7898009" y="350736"/>
            <a:ext cx="1520982" cy="302065"/>
            <a:chOff x="5642557" y="-150670"/>
            <a:chExt cx="1520982" cy="302065"/>
          </a:xfrm>
        </p:grpSpPr>
        <p:sp>
          <p:nvSpPr>
            <p:cNvPr id="1203" name="Google Shape;1203;p1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1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1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1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1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8" name="Google Shape;1208;p15"/>
          <p:cNvGrpSpPr/>
          <p:nvPr/>
        </p:nvGrpSpPr>
        <p:grpSpPr>
          <a:xfrm rot="5400000">
            <a:off x="109552" y="1954025"/>
            <a:ext cx="98902" cy="553090"/>
            <a:chOff x="4898850" y="4820550"/>
            <a:chExt cx="98902" cy="553090"/>
          </a:xfrm>
        </p:grpSpPr>
        <p:sp>
          <p:nvSpPr>
            <p:cNvPr id="1209" name="Google Shape;1209;p1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1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1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1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1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4" name="Google Shape;1214;p15"/>
          <p:cNvGrpSpPr/>
          <p:nvPr/>
        </p:nvGrpSpPr>
        <p:grpSpPr>
          <a:xfrm>
            <a:off x="4682157" y="-107958"/>
            <a:ext cx="1520982" cy="302065"/>
            <a:chOff x="5642557" y="-150670"/>
            <a:chExt cx="1520982" cy="302065"/>
          </a:xfrm>
        </p:grpSpPr>
        <p:sp>
          <p:nvSpPr>
            <p:cNvPr id="1215" name="Google Shape;1215;p1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1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1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1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1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0" name="Google Shape;1220;p15"/>
          <p:cNvGrpSpPr/>
          <p:nvPr/>
        </p:nvGrpSpPr>
        <p:grpSpPr>
          <a:xfrm>
            <a:off x="7881845" y="4336579"/>
            <a:ext cx="2297800" cy="347400"/>
            <a:chOff x="7881845" y="4031779"/>
            <a:chExt cx="2297800" cy="347400"/>
          </a:xfrm>
        </p:grpSpPr>
        <p:sp>
          <p:nvSpPr>
            <p:cNvPr id="1221" name="Google Shape;1221;p15"/>
            <p:cNvSpPr/>
            <p:nvPr/>
          </p:nvSpPr>
          <p:spPr>
            <a:xfrm flipH="1">
              <a:off x="8184945" y="431107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15"/>
            <p:cNvSpPr/>
            <p:nvPr/>
          </p:nvSpPr>
          <p:spPr>
            <a:xfrm flipH="1">
              <a:off x="7881845" y="403177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BLANK_8"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4" name="Google Shape;1224;p1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25" name="Google Shape;1225;p1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1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1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1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1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1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1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3" name="Google Shape;1263;p16"/>
          <p:cNvSpPr txBox="1">
            <a:spLocks noGrp="1"/>
          </p:cNvSpPr>
          <p:nvPr>
            <p:ph type="title"/>
          </p:nvPr>
        </p:nvSpPr>
        <p:spPr>
          <a:xfrm>
            <a:off x="713100" y="2405675"/>
            <a:ext cx="7583400" cy="841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64" name="Google Shape;1264;p16"/>
          <p:cNvSpPr txBox="1">
            <a:spLocks noGrp="1"/>
          </p:cNvSpPr>
          <p:nvPr>
            <p:ph type="subTitle" idx="1"/>
          </p:nvPr>
        </p:nvSpPr>
        <p:spPr>
          <a:xfrm>
            <a:off x="3567000" y="3415875"/>
            <a:ext cx="4729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65" name="Google Shape;1265;p16"/>
          <p:cNvSpPr txBox="1">
            <a:spLocks noGrp="1"/>
          </p:cNvSpPr>
          <p:nvPr>
            <p:ph type="title" idx="2" hasCustomPrompt="1"/>
          </p:nvPr>
        </p:nvSpPr>
        <p:spPr>
          <a:xfrm>
            <a:off x="5961000" y="1484975"/>
            <a:ext cx="2335500" cy="920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6" name="Google Shape;1266;p16"/>
          <p:cNvSpPr/>
          <p:nvPr/>
        </p:nvSpPr>
        <p:spPr>
          <a:xfrm rot="5400000">
            <a:off x="8206161" y="418730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7" name="Google Shape;1267;p16"/>
          <p:cNvSpPr/>
          <p:nvPr/>
        </p:nvSpPr>
        <p:spPr>
          <a:xfrm rot="-5400000">
            <a:off x="348812" y="4104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68" name="Google Shape;1268;p16"/>
          <p:cNvGrpSpPr/>
          <p:nvPr/>
        </p:nvGrpSpPr>
        <p:grpSpPr>
          <a:xfrm rot="10800000">
            <a:off x="-11" y="931578"/>
            <a:ext cx="883262" cy="242091"/>
            <a:chOff x="2300350" y="2601250"/>
            <a:chExt cx="2275275" cy="623625"/>
          </a:xfrm>
        </p:grpSpPr>
        <p:sp>
          <p:nvSpPr>
            <p:cNvPr id="1269" name="Google Shape;1269;p1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5" name="Google Shape;1275;p16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1276" name="Google Shape;1276;p1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1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1" name="Google Shape;1281;p16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1282" name="Google Shape;1282;p16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16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84" name="Google Shape;1284;p16"/>
          <p:cNvSpPr/>
          <p:nvPr/>
        </p:nvSpPr>
        <p:spPr>
          <a:xfrm rot="10800000">
            <a:off x="568018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85" name="Google Shape;1285;p16"/>
          <p:cNvGrpSpPr/>
          <p:nvPr/>
        </p:nvGrpSpPr>
        <p:grpSpPr>
          <a:xfrm rot="5400000">
            <a:off x="7927205" y="4153629"/>
            <a:ext cx="1823016" cy="296643"/>
            <a:chOff x="7857346" y="3902355"/>
            <a:chExt cx="1823016" cy="296643"/>
          </a:xfrm>
        </p:grpSpPr>
        <p:sp>
          <p:nvSpPr>
            <p:cNvPr id="1286" name="Google Shape;1286;p16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16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16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2" name="Google Shape;1292;p16"/>
          <p:cNvGrpSpPr/>
          <p:nvPr/>
        </p:nvGrpSpPr>
        <p:grpSpPr>
          <a:xfrm>
            <a:off x="2610895" y="-1455296"/>
            <a:ext cx="347400" cy="2297800"/>
            <a:chOff x="2610895" y="-1455296"/>
            <a:chExt cx="347400" cy="2297800"/>
          </a:xfrm>
        </p:grpSpPr>
        <p:sp>
          <p:nvSpPr>
            <p:cNvPr id="1293" name="Google Shape;1293;p16"/>
            <p:cNvSpPr/>
            <p:nvPr/>
          </p:nvSpPr>
          <p:spPr>
            <a:xfrm rot="5400000">
              <a:off x="164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16"/>
            <p:cNvSpPr/>
            <p:nvPr/>
          </p:nvSpPr>
          <p:spPr>
            <a:xfrm rot="5400000">
              <a:off x="192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5" name="Google Shape;1295;p16"/>
          <p:cNvSpPr/>
          <p:nvPr/>
        </p:nvSpPr>
        <p:spPr>
          <a:xfrm rot="10800000" flipH="1">
            <a:off x="2358070" y="47660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6" name="Google Shape;1296;p1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7" name="Google Shape;1297;p16"/>
          <p:cNvGrpSpPr/>
          <p:nvPr/>
        </p:nvGrpSpPr>
        <p:grpSpPr>
          <a:xfrm>
            <a:off x="5373295" y="-112914"/>
            <a:ext cx="1520982" cy="302065"/>
            <a:chOff x="5642557" y="-150670"/>
            <a:chExt cx="1520982" cy="302065"/>
          </a:xfrm>
        </p:grpSpPr>
        <p:sp>
          <p:nvSpPr>
            <p:cNvPr id="1298" name="Google Shape;1298;p1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1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1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1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1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BLANK_9"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1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05" name="Google Shape;1305;p1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1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1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1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1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1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1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1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1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1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1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1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1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1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1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1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1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1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1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1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1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1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1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1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1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1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1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1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1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1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1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1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1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1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1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1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1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43" name="Google Shape;1343;p17"/>
          <p:cNvSpPr txBox="1">
            <a:spLocks noGrp="1"/>
          </p:cNvSpPr>
          <p:nvPr>
            <p:ph type="title"/>
          </p:nvPr>
        </p:nvSpPr>
        <p:spPr>
          <a:xfrm>
            <a:off x="713100" y="1723050"/>
            <a:ext cx="4401600" cy="572700"/>
          </a:xfrm>
          <a:prstGeom prst="rect">
            <a:avLst/>
          </a:prstGeom>
          <a:effectLst>
            <a:outerShdw blurRad="157163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44" name="Google Shape;1344;p17"/>
          <p:cNvSpPr txBox="1">
            <a:spLocks noGrp="1"/>
          </p:cNvSpPr>
          <p:nvPr>
            <p:ph type="subTitle" idx="1"/>
          </p:nvPr>
        </p:nvSpPr>
        <p:spPr>
          <a:xfrm>
            <a:off x="713100" y="2366050"/>
            <a:ext cx="4401600" cy="10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45" name="Google Shape;1345;p17"/>
          <p:cNvGrpSpPr/>
          <p:nvPr/>
        </p:nvGrpSpPr>
        <p:grpSpPr>
          <a:xfrm>
            <a:off x="8137507" y="-109362"/>
            <a:ext cx="586800" cy="1284435"/>
            <a:chOff x="8137507" y="-109362"/>
            <a:chExt cx="586800" cy="1284435"/>
          </a:xfrm>
        </p:grpSpPr>
        <p:sp>
          <p:nvSpPr>
            <p:cNvPr id="1346" name="Google Shape;1346;p17"/>
            <p:cNvSpPr/>
            <p:nvPr/>
          </p:nvSpPr>
          <p:spPr>
            <a:xfrm>
              <a:off x="8137507" y="-109352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47" name="Google Shape;1347;p17"/>
            <p:cNvGrpSpPr/>
            <p:nvPr/>
          </p:nvGrpSpPr>
          <p:grpSpPr>
            <a:xfrm rot="-5400000">
              <a:off x="7989266" y="211224"/>
              <a:ext cx="883262" cy="242091"/>
              <a:chOff x="2300350" y="2601250"/>
              <a:chExt cx="2275275" cy="623625"/>
            </a:xfrm>
          </p:grpSpPr>
          <p:sp>
            <p:nvSpPr>
              <p:cNvPr id="1348" name="Google Shape;1348;p1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1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1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1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1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1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54" name="Google Shape;1354;p17"/>
          <p:cNvGrpSpPr/>
          <p:nvPr/>
        </p:nvGrpSpPr>
        <p:grpSpPr>
          <a:xfrm>
            <a:off x="2517607" y="-116370"/>
            <a:ext cx="1520982" cy="302065"/>
            <a:chOff x="5642557" y="-150670"/>
            <a:chExt cx="1520982" cy="302065"/>
          </a:xfrm>
        </p:grpSpPr>
        <p:sp>
          <p:nvSpPr>
            <p:cNvPr id="1355" name="Google Shape;1355;p1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1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1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1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1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0" name="Google Shape;1360;p17"/>
          <p:cNvSpPr/>
          <p:nvPr/>
        </p:nvSpPr>
        <p:spPr>
          <a:xfrm rot="-5400000">
            <a:off x="341629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1" name="Google Shape;1361;p17"/>
          <p:cNvGrpSpPr/>
          <p:nvPr/>
        </p:nvGrpSpPr>
        <p:grpSpPr>
          <a:xfrm>
            <a:off x="4913901" y="675155"/>
            <a:ext cx="1252897" cy="51000"/>
            <a:chOff x="2915381" y="4104819"/>
            <a:chExt cx="1252897" cy="51000"/>
          </a:xfrm>
        </p:grpSpPr>
        <p:sp>
          <p:nvSpPr>
            <p:cNvPr id="1362" name="Google Shape;1362;p1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1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1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1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1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1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1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1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1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1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1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1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1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1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6" name="Google Shape;1376;p17"/>
          <p:cNvSpPr/>
          <p:nvPr/>
        </p:nvSpPr>
        <p:spPr>
          <a:xfrm rot="5400000">
            <a:off x="8208387" y="42041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" name="Google Shape;1377;p17"/>
          <p:cNvSpPr/>
          <p:nvPr/>
        </p:nvSpPr>
        <p:spPr>
          <a:xfrm rot="10800000">
            <a:off x="1362311" y="4240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8" name="Google Shape;1378;p17"/>
          <p:cNvGrpSpPr/>
          <p:nvPr/>
        </p:nvGrpSpPr>
        <p:grpSpPr>
          <a:xfrm>
            <a:off x="5600407" y="4993736"/>
            <a:ext cx="1520982" cy="302065"/>
            <a:chOff x="5642557" y="-150670"/>
            <a:chExt cx="1520982" cy="302065"/>
          </a:xfrm>
        </p:grpSpPr>
        <p:sp>
          <p:nvSpPr>
            <p:cNvPr id="1379" name="Google Shape;1379;p1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1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1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1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1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4" name="Google Shape;1384;p17"/>
          <p:cNvGrpSpPr/>
          <p:nvPr/>
        </p:nvGrpSpPr>
        <p:grpSpPr>
          <a:xfrm rot="5400000">
            <a:off x="8900" y="1773425"/>
            <a:ext cx="98902" cy="553090"/>
            <a:chOff x="4898850" y="4820550"/>
            <a:chExt cx="98902" cy="553090"/>
          </a:xfrm>
        </p:grpSpPr>
        <p:sp>
          <p:nvSpPr>
            <p:cNvPr id="1385" name="Google Shape;1385;p1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1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1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1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1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BLANK_16">
    <p:spTree>
      <p:nvGrpSpPr>
        <p:cNvPr id="1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1" name="Google Shape;1391;p1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92" name="Google Shape;1392;p1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1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1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1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1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1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1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1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1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1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1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1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1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1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1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1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1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1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1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1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1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1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1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1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1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1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1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1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1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1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1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1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1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1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1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1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1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1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0" name="Google Shape;1430;p18"/>
          <p:cNvSpPr txBox="1">
            <a:spLocks noGrp="1"/>
          </p:cNvSpPr>
          <p:nvPr>
            <p:ph type="title"/>
          </p:nvPr>
        </p:nvSpPr>
        <p:spPr>
          <a:xfrm>
            <a:off x="865500" y="1323677"/>
            <a:ext cx="4166100" cy="572700"/>
          </a:xfrm>
          <a:prstGeom prst="rect">
            <a:avLst/>
          </a:prstGeom>
          <a:effectLst>
            <a:outerShdw blurRad="8572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431" name="Google Shape;1431;p18"/>
          <p:cNvSpPr txBox="1">
            <a:spLocks noGrp="1"/>
          </p:cNvSpPr>
          <p:nvPr>
            <p:ph type="subTitle" idx="1"/>
          </p:nvPr>
        </p:nvSpPr>
        <p:spPr>
          <a:xfrm>
            <a:off x="865500" y="1966252"/>
            <a:ext cx="4166100" cy="191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432" name="Google Shape;1432;p18"/>
          <p:cNvGrpSpPr/>
          <p:nvPr/>
        </p:nvGrpSpPr>
        <p:grpSpPr>
          <a:xfrm rot="5400000">
            <a:off x="-74785" y="2017490"/>
            <a:ext cx="883262" cy="242091"/>
            <a:chOff x="2300350" y="2601250"/>
            <a:chExt cx="2275275" cy="623625"/>
          </a:xfrm>
        </p:grpSpPr>
        <p:sp>
          <p:nvSpPr>
            <p:cNvPr id="1433" name="Google Shape;1433;p1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1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1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1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1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1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9" name="Google Shape;1439;p18"/>
          <p:cNvGrpSpPr/>
          <p:nvPr/>
        </p:nvGrpSpPr>
        <p:grpSpPr>
          <a:xfrm>
            <a:off x="2272907" y="-131145"/>
            <a:ext cx="1520982" cy="302065"/>
            <a:chOff x="5642557" y="-150670"/>
            <a:chExt cx="1520982" cy="302065"/>
          </a:xfrm>
        </p:grpSpPr>
        <p:sp>
          <p:nvSpPr>
            <p:cNvPr id="1440" name="Google Shape;1440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5" name="Google Shape;1445;p18"/>
          <p:cNvGrpSpPr/>
          <p:nvPr/>
        </p:nvGrpSpPr>
        <p:grpSpPr>
          <a:xfrm rot="5400000">
            <a:off x="85100" y="3794850"/>
            <a:ext cx="98902" cy="553090"/>
            <a:chOff x="4898850" y="4820550"/>
            <a:chExt cx="98902" cy="553090"/>
          </a:xfrm>
        </p:grpSpPr>
        <p:sp>
          <p:nvSpPr>
            <p:cNvPr id="1446" name="Google Shape;1446;p1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1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1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1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1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1" name="Google Shape;1451;p18"/>
          <p:cNvSpPr/>
          <p:nvPr/>
        </p:nvSpPr>
        <p:spPr>
          <a:xfrm>
            <a:off x="538387" y="-26918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2" name="Google Shape;1452;p18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3" name="Google Shape;1453;p1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4" name="Google Shape;1454;p18"/>
          <p:cNvGrpSpPr/>
          <p:nvPr/>
        </p:nvGrpSpPr>
        <p:grpSpPr>
          <a:xfrm rot="5400000">
            <a:off x="8083957" y="246162"/>
            <a:ext cx="1520982" cy="302065"/>
            <a:chOff x="5642557" y="-150670"/>
            <a:chExt cx="1520982" cy="302065"/>
          </a:xfrm>
        </p:grpSpPr>
        <p:sp>
          <p:nvSpPr>
            <p:cNvPr id="1455" name="Google Shape;1455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0" name="Google Shape;1460;p18"/>
          <p:cNvGrpSpPr/>
          <p:nvPr/>
        </p:nvGrpSpPr>
        <p:grpSpPr>
          <a:xfrm>
            <a:off x="-240856" y="4335989"/>
            <a:ext cx="1525280" cy="586800"/>
            <a:chOff x="-240856" y="4335989"/>
            <a:chExt cx="1525280" cy="586800"/>
          </a:xfrm>
        </p:grpSpPr>
        <p:sp>
          <p:nvSpPr>
            <p:cNvPr id="1461" name="Google Shape;1461;p18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2" name="Google Shape;1462;p18"/>
            <p:cNvGrpSpPr/>
            <p:nvPr/>
          </p:nvGrpSpPr>
          <p:grpSpPr>
            <a:xfrm>
              <a:off x="-240856" y="4562421"/>
              <a:ext cx="1105976" cy="133969"/>
              <a:chOff x="8183182" y="663852"/>
              <a:chExt cx="1475028" cy="178673"/>
            </a:xfrm>
          </p:grpSpPr>
          <p:grpSp>
            <p:nvGrpSpPr>
              <p:cNvPr id="1463" name="Google Shape;1463;p18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464" name="Google Shape;1464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5" name="Google Shape;1465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6" name="Google Shape;1466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7" name="Google Shape;1467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8" name="Google Shape;1468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9" name="Google Shape;1469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0" name="Google Shape;1470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1" name="Google Shape;1471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2" name="Google Shape;1472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3" name="Google Shape;1473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74" name="Google Shape;1474;p18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475" name="Google Shape;1475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6" name="Google Shape;1476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7" name="Google Shape;1477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8" name="Google Shape;1478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9" name="Google Shape;1479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0" name="Google Shape;1480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1" name="Google Shape;1481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2" name="Google Shape;1482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3" name="Google Shape;1483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4" name="Google Shape;1484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485" name="Google Shape;1485;p18"/>
          <p:cNvGrpSpPr/>
          <p:nvPr/>
        </p:nvGrpSpPr>
        <p:grpSpPr>
          <a:xfrm>
            <a:off x="5717407" y="4966605"/>
            <a:ext cx="1520982" cy="302065"/>
            <a:chOff x="5642557" y="-150670"/>
            <a:chExt cx="1520982" cy="302065"/>
          </a:xfrm>
        </p:grpSpPr>
        <p:sp>
          <p:nvSpPr>
            <p:cNvPr id="1486" name="Google Shape;1486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BLANK_10">
    <p:spTree>
      <p:nvGrpSpPr>
        <p:cNvPr id="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2" name="Google Shape;1492;p1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493" name="Google Shape;1493;p1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1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1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1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1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1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1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1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1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1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1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1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1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1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1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1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1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1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1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1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1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1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1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1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1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1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1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1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1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1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1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1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1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1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1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1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1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1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1" name="Google Shape;1531;p19"/>
          <p:cNvSpPr txBox="1">
            <a:spLocks noGrp="1"/>
          </p:cNvSpPr>
          <p:nvPr>
            <p:ph type="title"/>
          </p:nvPr>
        </p:nvSpPr>
        <p:spPr>
          <a:xfrm>
            <a:off x="1773100" y="2597100"/>
            <a:ext cx="18858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532" name="Google Shape;1532;p19"/>
          <p:cNvSpPr txBox="1">
            <a:spLocks noGrp="1"/>
          </p:cNvSpPr>
          <p:nvPr>
            <p:ph type="subTitle" idx="1"/>
          </p:nvPr>
        </p:nvSpPr>
        <p:spPr>
          <a:xfrm>
            <a:off x="1173396" y="1500310"/>
            <a:ext cx="3085200" cy="97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3" name="Google Shape;1533;p19"/>
          <p:cNvSpPr txBox="1">
            <a:spLocks noGrp="1"/>
          </p:cNvSpPr>
          <p:nvPr>
            <p:ph type="title" idx="2"/>
          </p:nvPr>
        </p:nvSpPr>
        <p:spPr>
          <a:xfrm>
            <a:off x="5491225" y="3013625"/>
            <a:ext cx="18858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534" name="Google Shape;1534;p19"/>
          <p:cNvSpPr txBox="1">
            <a:spLocks noGrp="1"/>
          </p:cNvSpPr>
          <p:nvPr>
            <p:ph type="subTitle" idx="3"/>
          </p:nvPr>
        </p:nvSpPr>
        <p:spPr>
          <a:xfrm>
            <a:off x="4891521" y="3409635"/>
            <a:ext cx="3085200" cy="97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535" name="Google Shape;1535;p19"/>
          <p:cNvGrpSpPr/>
          <p:nvPr/>
        </p:nvGrpSpPr>
        <p:grpSpPr>
          <a:xfrm>
            <a:off x="-11" y="4386462"/>
            <a:ext cx="1284435" cy="586800"/>
            <a:chOff x="-11" y="4386462"/>
            <a:chExt cx="1284435" cy="586800"/>
          </a:xfrm>
        </p:grpSpPr>
        <p:sp>
          <p:nvSpPr>
            <p:cNvPr id="1536" name="Google Shape;1536;p19"/>
            <p:cNvSpPr/>
            <p:nvPr/>
          </p:nvSpPr>
          <p:spPr>
            <a:xfrm rot="-5400000">
              <a:off x="348812" y="403764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7" name="Google Shape;1537;p19"/>
            <p:cNvGrpSpPr/>
            <p:nvPr/>
          </p:nvGrpSpPr>
          <p:grpSpPr>
            <a:xfrm rot="10800000">
              <a:off x="-11" y="4558826"/>
              <a:ext cx="883262" cy="242091"/>
              <a:chOff x="2300350" y="2601250"/>
              <a:chExt cx="2275275" cy="623625"/>
            </a:xfrm>
          </p:grpSpPr>
          <p:sp>
            <p:nvSpPr>
              <p:cNvPr id="1538" name="Google Shape;1538;p19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19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19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19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19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19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44" name="Google Shape;1544;p19"/>
          <p:cNvGrpSpPr/>
          <p:nvPr/>
        </p:nvGrpSpPr>
        <p:grpSpPr>
          <a:xfrm>
            <a:off x="1852307" y="-114308"/>
            <a:ext cx="1520982" cy="302065"/>
            <a:chOff x="5642557" y="-150670"/>
            <a:chExt cx="1520982" cy="302065"/>
          </a:xfrm>
        </p:grpSpPr>
        <p:sp>
          <p:nvSpPr>
            <p:cNvPr id="1545" name="Google Shape;1545;p1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1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1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1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1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0" name="Google Shape;1550;p19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1551" name="Google Shape;1551;p1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1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1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1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1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6" name="Google Shape;1556;p19"/>
          <p:cNvSpPr/>
          <p:nvPr/>
        </p:nvSpPr>
        <p:spPr>
          <a:xfrm>
            <a:off x="471087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7" name="Google Shape;1557;p19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8" name="Google Shape;1558;p19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9" name="Google Shape;1559;p19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60" name="Google Shape;1560;p19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561" name="Google Shape;1561;p19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19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19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19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19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66" name="Google Shape;1566;p19"/>
          <p:cNvSpPr txBox="1">
            <a:spLocks noGrp="1"/>
          </p:cNvSpPr>
          <p:nvPr>
            <p:ph type="title" idx="4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BLANK_17"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8" name="Google Shape;1568;p20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569" name="Google Shape;1569;p20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20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20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20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20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20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20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20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20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20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20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20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20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20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20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20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20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20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20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20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20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20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20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20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20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20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20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20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20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20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20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20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20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20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20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20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20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20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7" name="Google Shape;1607;p20"/>
          <p:cNvSpPr txBox="1">
            <a:spLocks noGrp="1"/>
          </p:cNvSpPr>
          <p:nvPr>
            <p:ph type="subTitle" idx="1"/>
          </p:nvPr>
        </p:nvSpPr>
        <p:spPr>
          <a:xfrm>
            <a:off x="713100" y="1461275"/>
            <a:ext cx="3746700" cy="27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08" name="Google Shape;1608;p20"/>
          <p:cNvSpPr txBox="1">
            <a:spLocks noGrp="1"/>
          </p:cNvSpPr>
          <p:nvPr>
            <p:ph type="subTitle" idx="2"/>
          </p:nvPr>
        </p:nvSpPr>
        <p:spPr>
          <a:xfrm>
            <a:off x="4684200" y="1461275"/>
            <a:ext cx="3746700" cy="17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609" name="Google Shape;1609;p20"/>
          <p:cNvGrpSpPr/>
          <p:nvPr/>
        </p:nvGrpSpPr>
        <p:grpSpPr>
          <a:xfrm>
            <a:off x="1455" y="-88864"/>
            <a:ext cx="586800" cy="1284435"/>
            <a:chOff x="1455" y="-88864"/>
            <a:chExt cx="586800" cy="1284435"/>
          </a:xfrm>
        </p:grpSpPr>
        <p:sp>
          <p:nvSpPr>
            <p:cNvPr id="1610" name="Google Shape;1610;p20"/>
            <p:cNvSpPr/>
            <p:nvPr/>
          </p:nvSpPr>
          <p:spPr>
            <a:xfrm>
              <a:off x="1455" y="-8885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1" name="Google Shape;1611;p20"/>
            <p:cNvGrpSpPr/>
            <p:nvPr/>
          </p:nvGrpSpPr>
          <p:grpSpPr>
            <a:xfrm rot="-5400000">
              <a:off x="-146785" y="231721"/>
              <a:ext cx="883262" cy="242091"/>
              <a:chOff x="2300350" y="2601250"/>
              <a:chExt cx="2275275" cy="623625"/>
            </a:xfrm>
          </p:grpSpPr>
          <p:sp>
            <p:nvSpPr>
              <p:cNvPr id="1612" name="Google Shape;1612;p20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20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20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20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20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20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18" name="Google Shape;1618;p20"/>
          <p:cNvGrpSpPr/>
          <p:nvPr/>
        </p:nvGrpSpPr>
        <p:grpSpPr>
          <a:xfrm rot="5400000">
            <a:off x="6254700" y="-51175"/>
            <a:ext cx="98902" cy="553090"/>
            <a:chOff x="4898850" y="4820550"/>
            <a:chExt cx="98902" cy="553090"/>
          </a:xfrm>
        </p:grpSpPr>
        <p:sp>
          <p:nvSpPr>
            <p:cNvPr id="1619" name="Google Shape;1619;p20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20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20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20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20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4" name="Google Shape;1624;p20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625" name="Google Shape;1625;p20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20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20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20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20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0" name="Google Shape;1630;p20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631" name="Google Shape;1631;p20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20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20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4" name="Google Shape;1634;p20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35" name="Google Shape;1635;p20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636" name="Google Shape;1636;p20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20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20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20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20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1" name="Google Shape;1641;p20"/>
          <p:cNvGrpSpPr/>
          <p:nvPr/>
        </p:nvGrpSpPr>
        <p:grpSpPr>
          <a:xfrm>
            <a:off x="1434676" y="384506"/>
            <a:ext cx="1252897" cy="51000"/>
            <a:chOff x="2915381" y="4104819"/>
            <a:chExt cx="1252897" cy="51000"/>
          </a:xfrm>
        </p:grpSpPr>
        <p:sp>
          <p:nvSpPr>
            <p:cNvPr id="1642" name="Google Shape;1642;p20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20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20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20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20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20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20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20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20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20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20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20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20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20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56" name="Google Shape;1656;p20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5"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8" name="Google Shape;1658;p2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659" name="Google Shape;1659;p21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21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21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21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21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21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21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21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21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21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21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21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21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21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21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21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21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21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21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21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21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21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21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21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21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21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21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21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21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21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21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21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21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21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21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21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21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21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97" name="Google Shape;1697;p2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698" name="Google Shape;1698;p21"/>
          <p:cNvSpPr txBox="1">
            <a:spLocks noGrp="1"/>
          </p:cNvSpPr>
          <p:nvPr>
            <p:ph type="title" idx="2"/>
          </p:nvPr>
        </p:nvSpPr>
        <p:spPr>
          <a:xfrm>
            <a:off x="755600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99" name="Google Shape;1699;p21"/>
          <p:cNvSpPr txBox="1">
            <a:spLocks noGrp="1"/>
          </p:cNvSpPr>
          <p:nvPr>
            <p:ph type="subTitle" idx="1"/>
          </p:nvPr>
        </p:nvSpPr>
        <p:spPr>
          <a:xfrm>
            <a:off x="755600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0" name="Google Shape;1700;p21"/>
          <p:cNvSpPr txBox="1">
            <a:spLocks noGrp="1"/>
          </p:cNvSpPr>
          <p:nvPr>
            <p:ph type="title" idx="3"/>
          </p:nvPr>
        </p:nvSpPr>
        <p:spPr>
          <a:xfrm>
            <a:off x="3443604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01" name="Google Shape;1701;p21"/>
          <p:cNvSpPr txBox="1">
            <a:spLocks noGrp="1"/>
          </p:cNvSpPr>
          <p:nvPr>
            <p:ph type="subTitle" idx="4"/>
          </p:nvPr>
        </p:nvSpPr>
        <p:spPr>
          <a:xfrm>
            <a:off x="3443604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2" name="Google Shape;1702;p21"/>
          <p:cNvSpPr txBox="1">
            <a:spLocks noGrp="1"/>
          </p:cNvSpPr>
          <p:nvPr>
            <p:ph type="title" idx="5"/>
          </p:nvPr>
        </p:nvSpPr>
        <p:spPr>
          <a:xfrm>
            <a:off x="6132644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03" name="Google Shape;1703;p21"/>
          <p:cNvSpPr txBox="1">
            <a:spLocks noGrp="1"/>
          </p:cNvSpPr>
          <p:nvPr>
            <p:ph type="subTitle" idx="6"/>
          </p:nvPr>
        </p:nvSpPr>
        <p:spPr>
          <a:xfrm>
            <a:off x="6132644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04" name="Google Shape;1704;p21"/>
          <p:cNvGrpSpPr/>
          <p:nvPr/>
        </p:nvGrpSpPr>
        <p:grpSpPr>
          <a:xfrm>
            <a:off x="-7" y="-76201"/>
            <a:ext cx="586800" cy="1284425"/>
            <a:chOff x="-7" y="-76201"/>
            <a:chExt cx="586800" cy="1284425"/>
          </a:xfrm>
        </p:grpSpPr>
        <p:sp>
          <p:nvSpPr>
            <p:cNvPr id="1705" name="Google Shape;1705;p21"/>
            <p:cNvSpPr/>
            <p:nvPr/>
          </p:nvSpPr>
          <p:spPr>
            <a:xfrm flipH="1">
              <a:off x="-7" y="-762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6" name="Google Shape;1706;p21"/>
            <p:cNvGrpSpPr/>
            <p:nvPr/>
          </p:nvGrpSpPr>
          <p:grpSpPr>
            <a:xfrm rot="5400000" flipH="1">
              <a:off x="-148228" y="320574"/>
              <a:ext cx="883262" cy="242091"/>
              <a:chOff x="2300350" y="2601250"/>
              <a:chExt cx="2275275" cy="623625"/>
            </a:xfrm>
          </p:grpSpPr>
          <p:sp>
            <p:nvSpPr>
              <p:cNvPr id="1707" name="Google Shape;1707;p21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21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21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21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21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21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13" name="Google Shape;1713;p21"/>
          <p:cNvGrpSpPr/>
          <p:nvPr/>
        </p:nvGrpSpPr>
        <p:grpSpPr>
          <a:xfrm rot="5400000">
            <a:off x="54450" y="1665375"/>
            <a:ext cx="98902" cy="553090"/>
            <a:chOff x="4898850" y="4820550"/>
            <a:chExt cx="98902" cy="553090"/>
          </a:xfrm>
        </p:grpSpPr>
        <p:sp>
          <p:nvSpPr>
            <p:cNvPr id="1714" name="Google Shape;1714;p2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2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2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2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2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9" name="Google Shape;1719;p21"/>
          <p:cNvSpPr/>
          <p:nvPr/>
        </p:nvSpPr>
        <p:spPr>
          <a:xfrm rot="-5400000">
            <a:off x="348814" y="40186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20" name="Google Shape;1720;p21"/>
          <p:cNvGrpSpPr/>
          <p:nvPr/>
        </p:nvGrpSpPr>
        <p:grpSpPr>
          <a:xfrm rot="-5400000" flipH="1">
            <a:off x="7907216" y="4455774"/>
            <a:ext cx="1823016" cy="296643"/>
            <a:chOff x="7857346" y="3902355"/>
            <a:chExt cx="1823016" cy="296643"/>
          </a:xfrm>
        </p:grpSpPr>
        <p:sp>
          <p:nvSpPr>
            <p:cNvPr id="1721" name="Google Shape;1721;p2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21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21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2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2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21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7" name="Google Shape;1727;p21"/>
          <p:cNvGrpSpPr/>
          <p:nvPr/>
        </p:nvGrpSpPr>
        <p:grpSpPr>
          <a:xfrm flipH="1">
            <a:off x="7120557" y="-107958"/>
            <a:ext cx="1520982" cy="302065"/>
            <a:chOff x="5642557" y="-150670"/>
            <a:chExt cx="1520982" cy="302065"/>
          </a:xfrm>
        </p:grpSpPr>
        <p:sp>
          <p:nvSpPr>
            <p:cNvPr id="1728" name="Google Shape;1728;p2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2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2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2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2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3" name="Google Shape;1733;p21"/>
          <p:cNvGrpSpPr/>
          <p:nvPr/>
        </p:nvGrpSpPr>
        <p:grpSpPr>
          <a:xfrm>
            <a:off x="8455187" y="1287478"/>
            <a:ext cx="883262" cy="242091"/>
            <a:chOff x="2300350" y="2601250"/>
            <a:chExt cx="2275275" cy="623625"/>
          </a:xfrm>
        </p:grpSpPr>
        <p:sp>
          <p:nvSpPr>
            <p:cNvPr id="1734" name="Google Shape;1734;p2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2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2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2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2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2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6">
    <p:spTree>
      <p:nvGrpSpPr>
        <p:cNvPr id="1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" name="Google Shape;1741;p2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742" name="Google Shape;1742;p22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22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22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22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22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22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22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22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22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22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22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22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22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22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22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22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22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22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22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22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22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22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22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22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22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22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22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22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22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22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22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22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22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22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22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22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22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22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0" name="Google Shape;1780;p22"/>
          <p:cNvSpPr txBox="1">
            <a:spLocks noGrp="1"/>
          </p:cNvSpPr>
          <p:nvPr>
            <p:ph type="title"/>
          </p:nvPr>
        </p:nvSpPr>
        <p:spPr>
          <a:xfrm>
            <a:off x="2246574" y="1636039"/>
            <a:ext cx="20193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1" name="Google Shape;1781;p22"/>
          <p:cNvSpPr txBox="1">
            <a:spLocks noGrp="1"/>
          </p:cNvSpPr>
          <p:nvPr>
            <p:ph type="subTitle" idx="1"/>
          </p:nvPr>
        </p:nvSpPr>
        <p:spPr>
          <a:xfrm>
            <a:off x="2123424" y="2032039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2" name="Google Shape;1782;p22"/>
          <p:cNvSpPr txBox="1">
            <a:spLocks noGrp="1"/>
          </p:cNvSpPr>
          <p:nvPr>
            <p:ph type="title" idx="2"/>
          </p:nvPr>
        </p:nvSpPr>
        <p:spPr>
          <a:xfrm>
            <a:off x="6172578" y="1636039"/>
            <a:ext cx="20193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3" name="Google Shape;1783;p22"/>
          <p:cNvSpPr txBox="1">
            <a:spLocks noGrp="1"/>
          </p:cNvSpPr>
          <p:nvPr>
            <p:ph type="subTitle" idx="3"/>
          </p:nvPr>
        </p:nvSpPr>
        <p:spPr>
          <a:xfrm>
            <a:off x="6049428" y="2032039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4" name="Google Shape;1784;p22"/>
          <p:cNvSpPr txBox="1">
            <a:spLocks noGrp="1"/>
          </p:cNvSpPr>
          <p:nvPr>
            <p:ph type="title" idx="4"/>
          </p:nvPr>
        </p:nvSpPr>
        <p:spPr>
          <a:xfrm>
            <a:off x="2204274" y="3315400"/>
            <a:ext cx="2103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5" name="Google Shape;1785;p22"/>
          <p:cNvSpPr txBox="1">
            <a:spLocks noGrp="1"/>
          </p:cNvSpPr>
          <p:nvPr>
            <p:ph type="subTitle" idx="5"/>
          </p:nvPr>
        </p:nvSpPr>
        <p:spPr>
          <a:xfrm>
            <a:off x="2123424" y="3711400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6" name="Google Shape;1786;p22"/>
          <p:cNvSpPr txBox="1">
            <a:spLocks noGrp="1"/>
          </p:cNvSpPr>
          <p:nvPr>
            <p:ph type="title" idx="6"/>
          </p:nvPr>
        </p:nvSpPr>
        <p:spPr>
          <a:xfrm>
            <a:off x="6172578" y="3315400"/>
            <a:ext cx="20193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7" name="Google Shape;1787;p22"/>
          <p:cNvSpPr txBox="1">
            <a:spLocks noGrp="1"/>
          </p:cNvSpPr>
          <p:nvPr>
            <p:ph type="subTitle" idx="7"/>
          </p:nvPr>
        </p:nvSpPr>
        <p:spPr>
          <a:xfrm>
            <a:off x="6049428" y="3711400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8" name="Google Shape;1788;p22"/>
          <p:cNvSpPr/>
          <p:nvPr/>
        </p:nvSpPr>
        <p:spPr>
          <a:xfrm>
            <a:off x="7" y="-992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89" name="Google Shape;1789;p22"/>
          <p:cNvGrpSpPr/>
          <p:nvPr/>
        </p:nvGrpSpPr>
        <p:grpSpPr>
          <a:xfrm>
            <a:off x="-500742" y="161244"/>
            <a:ext cx="1520982" cy="302065"/>
            <a:chOff x="5642557" y="-150670"/>
            <a:chExt cx="1520982" cy="302065"/>
          </a:xfrm>
        </p:grpSpPr>
        <p:sp>
          <p:nvSpPr>
            <p:cNvPr id="1790" name="Google Shape;1790;p2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2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2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2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2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5" name="Google Shape;1795;p22"/>
          <p:cNvGrpSpPr/>
          <p:nvPr/>
        </p:nvGrpSpPr>
        <p:grpSpPr>
          <a:xfrm rot="5400000">
            <a:off x="85100" y="2002025"/>
            <a:ext cx="98902" cy="553090"/>
            <a:chOff x="4898850" y="4820550"/>
            <a:chExt cx="98902" cy="553090"/>
          </a:xfrm>
        </p:grpSpPr>
        <p:sp>
          <p:nvSpPr>
            <p:cNvPr id="1796" name="Google Shape;1796;p2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2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2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2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2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1" name="Google Shape;1801;p22"/>
          <p:cNvGrpSpPr/>
          <p:nvPr/>
        </p:nvGrpSpPr>
        <p:grpSpPr>
          <a:xfrm flipH="1">
            <a:off x="5072421" y="4999731"/>
            <a:ext cx="1823016" cy="196994"/>
            <a:chOff x="7857346" y="4002005"/>
            <a:chExt cx="1823016" cy="196994"/>
          </a:xfrm>
        </p:grpSpPr>
        <p:sp>
          <p:nvSpPr>
            <p:cNvPr id="1802" name="Google Shape;1802;p22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22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22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05" name="Google Shape;1805;p22"/>
          <p:cNvSpPr/>
          <p:nvPr/>
        </p:nvSpPr>
        <p:spPr>
          <a:xfrm rot="-5400000">
            <a:off x="348812" y="41957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06" name="Google Shape;1806;p22"/>
          <p:cNvGrpSpPr/>
          <p:nvPr/>
        </p:nvGrpSpPr>
        <p:grpSpPr>
          <a:xfrm rot="5400000">
            <a:off x="9019112" y="1314150"/>
            <a:ext cx="98902" cy="553090"/>
            <a:chOff x="4898850" y="4820550"/>
            <a:chExt cx="98902" cy="553090"/>
          </a:xfrm>
        </p:grpSpPr>
        <p:sp>
          <p:nvSpPr>
            <p:cNvPr id="1807" name="Google Shape;1807;p2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2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2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2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2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12" name="Google Shape;1812;p2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13" name="Google Shape;1813;p22"/>
          <p:cNvGrpSpPr/>
          <p:nvPr/>
        </p:nvGrpSpPr>
        <p:grpSpPr>
          <a:xfrm>
            <a:off x="5072076" y="284994"/>
            <a:ext cx="1252897" cy="51000"/>
            <a:chOff x="2915381" y="4104819"/>
            <a:chExt cx="1252897" cy="51000"/>
          </a:xfrm>
        </p:grpSpPr>
        <p:sp>
          <p:nvSpPr>
            <p:cNvPr id="1814" name="Google Shape;1814;p22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22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22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22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22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22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22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22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22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22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22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22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22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22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8" name="Google Shape;1828;p22"/>
          <p:cNvGrpSpPr/>
          <p:nvPr/>
        </p:nvGrpSpPr>
        <p:grpSpPr>
          <a:xfrm>
            <a:off x="8557211" y="3859075"/>
            <a:ext cx="586800" cy="1523237"/>
            <a:chOff x="8557211" y="3859075"/>
            <a:chExt cx="586800" cy="1523237"/>
          </a:xfrm>
        </p:grpSpPr>
        <p:sp>
          <p:nvSpPr>
            <p:cNvPr id="1829" name="Google Shape;1829;p22"/>
            <p:cNvSpPr/>
            <p:nvPr/>
          </p:nvSpPr>
          <p:spPr>
            <a:xfrm rot="10800000">
              <a:off x="8557211" y="385907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30" name="Google Shape;1830;p22"/>
            <p:cNvGrpSpPr/>
            <p:nvPr/>
          </p:nvGrpSpPr>
          <p:grpSpPr>
            <a:xfrm rot="5400000">
              <a:off x="8297605" y="4762340"/>
              <a:ext cx="1105976" cy="133969"/>
              <a:chOff x="8183182" y="663852"/>
              <a:chExt cx="1475028" cy="178673"/>
            </a:xfrm>
          </p:grpSpPr>
          <p:grpSp>
            <p:nvGrpSpPr>
              <p:cNvPr id="1831" name="Google Shape;1831;p22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832" name="Google Shape;1832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3" name="Google Shape;1833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4" name="Google Shape;1834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5" name="Google Shape;1835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6" name="Google Shape;1836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7" name="Google Shape;1837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8" name="Google Shape;1838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9" name="Google Shape;1839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0" name="Google Shape;1840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1" name="Google Shape;1841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42" name="Google Shape;1842;p22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843" name="Google Shape;1843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4" name="Google Shape;1844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5" name="Google Shape;1845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6" name="Google Shape;1846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7" name="Google Shape;1847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8" name="Google Shape;1848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9" name="Google Shape;1849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0" name="Google Shape;1850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1" name="Google Shape;1851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2" name="Google Shape;1852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853" name="Google Shape;1853;p22"/>
          <p:cNvSpPr txBox="1">
            <a:spLocks noGrp="1"/>
          </p:cNvSpPr>
          <p:nvPr>
            <p:ph type="title" idx="8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7">
    <p:spTree>
      <p:nvGrpSpPr>
        <p:cNvPr id="1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5" name="Google Shape;1855;p2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856" name="Google Shape;1856;p2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2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2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2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2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2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2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2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2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2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2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2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2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2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2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2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2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2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2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2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2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2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2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2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2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2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2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2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2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2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2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2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2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2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2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2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2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2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4" name="Google Shape;1894;p23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895" name="Google Shape;1895;p23"/>
          <p:cNvSpPr txBox="1">
            <a:spLocks noGrp="1"/>
          </p:cNvSpPr>
          <p:nvPr>
            <p:ph type="title" idx="2"/>
          </p:nvPr>
        </p:nvSpPr>
        <p:spPr>
          <a:xfrm>
            <a:off x="2152068" y="151281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896" name="Google Shape;1896;p23"/>
          <p:cNvSpPr txBox="1">
            <a:spLocks noGrp="1"/>
          </p:cNvSpPr>
          <p:nvPr>
            <p:ph type="subTitle" idx="1"/>
          </p:nvPr>
        </p:nvSpPr>
        <p:spPr>
          <a:xfrm>
            <a:off x="1992918" y="191137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7" name="Google Shape;1897;p23"/>
          <p:cNvSpPr txBox="1">
            <a:spLocks noGrp="1"/>
          </p:cNvSpPr>
          <p:nvPr>
            <p:ph type="title" idx="3"/>
          </p:nvPr>
        </p:nvSpPr>
        <p:spPr>
          <a:xfrm>
            <a:off x="2152068" y="2624681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898" name="Google Shape;1898;p23"/>
          <p:cNvSpPr txBox="1">
            <a:spLocks noGrp="1"/>
          </p:cNvSpPr>
          <p:nvPr>
            <p:ph type="subTitle" idx="4"/>
          </p:nvPr>
        </p:nvSpPr>
        <p:spPr>
          <a:xfrm>
            <a:off x="1992918" y="301902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9" name="Google Shape;1899;p23"/>
          <p:cNvSpPr txBox="1">
            <a:spLocks noGrp="1"/>
          </p:cNvSpPr>
          <p:nvPr>
            <p:ph type="title" idx="5"/>
          </p:nvPr>
        </p:nvSpPr>
        <p:spPr>
          <a:xfrm>
            <a:off x="6055343" y="2624681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0" name="Google Shape;1900;p23"/>
          <p:cNvSpPr txBox="1">
            <a:spLocks noGrp="1"/>
          </p:cNvSpPr>
          <p:nvPr>
            <p:ph type="subTitle" idx="6"/>
          </p:nvPr>
        </p:nvSpPr>
        <p:spPr>
          <a:xfrm>
            <a:off x="5896193" y="3019032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1" name="Google Shape;1901;p23"/>
          <p:cNvSpPr txBox="1">
            <a:spLocks noGrp="1"/>
          </p:cNvSpPr>
          <p:nvPr>
            <p:ph type="title" idx="7"/>
          </p:nvPr>
        </p:nvSpPr>
        <p:spPr>
          <a:xfrm>
            <a:off x="6055343" y="151281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2" name="Google Shape;1902;p23"/>
          <p:cNvSpPr txBox="1">
            <a:spLocks noGrp="1"/>
          </p:cNvSpPr>
          <p:nvPr>
            <p:ph type="subTitle" idx="8"/>
          </p:nvPr>
        </p:nvSpPr>
        <p:spPr>
          <a:xfrm>
            <a:off x="5896193" y="191137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3" name="Google Shape;1903;p23"/>
          <p:cNvSpPr txBox="1">
            <a:spLocks noGrp="1"/>
          </p:cNvSpPr>
          <p:nvPr>
            <p:ph type="title" idx="9"/>
          </p:nvPr>
        </p:nvSpPr>
        <p:spPr>
          <a:xfrm>
            <a:off x="2152068" y="373318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4" name="Google Shape;1904;p23"/>
          <p:cNvSpPr txBox="1">
            <a:spLocks noGrp="1"/>
          </p:cNvSpPr>
          <p:nvPr>
            <p:ph type="subTitle" idx="13"/>
          </p:nvPr>
        </p:nvSpPr>
        <p:spPr>
          <a:xfrm>
            <a:off x="1992918" y="412667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5" name="Google Shape;1905;p23"/>
          <p:cNvSpPr txBox="1">
            <a:spLocks noGrp="1"/>
          </p:cNvSpPr>
          <p:nvPr>
            <p:ph type="title" idx="14"/>
          </p:nvPr>
        </p:nvSpPr>
        <p:spPr>
          <a:xfrm>
            <a:off x="6055343" y="373318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6" name="Google Shape;1906;p23"/>
          <p:cNvSpPr txBox="1">
            <a:spLocks noGrp="1"/>
          </p:cNvSpPr>
          <p:nvPr>
            <p:ph type="subTitle" idx="15"/>
          </p:nvPr>
        </p:nvSpPr>
        <p:spPr>
          <a:xfrm>
            <a:off x="5896193" y="4126677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7" name="Google Shape;1907;p23"/>
          <p:cNvSpPr/>
          <p:nvPr/>
        </p:nvSpPr>
        <p:spPr>
          <a:xfrm>
            <a:off x="1455" y="-8885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08" name="Google Shape;1908;p23"/>
          <p:cNvGrpSpPr/>
          <p:nvPr/>
        </p:nvGrpSpPr>
        <p:grpSpPr>
          <a:xfrm rot="-5400000">
            <a:off x="-146785" y="231721"/>
            <a:ext cx="883262" cy="242091"/>
            <a:chOff x="2300350" y="2601250"/>
            <a:chExt cx="2275275" cy="623625"/>
          </a:xfrm>
        </p:grpSpPr>
        <p:sp>
          <p:nvSpPr>
            <p:cNvPr id="1909" name="Google Shape;1909;p2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2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2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2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2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2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5" name="Google Shape;1915;p23"/>
          <p:cNvGrpSpPr/>
          <p:nvPr/>
        </p:nvGrpSpPr>
        <p:grpSpPr>
          <a:xfrm>
            <a:off x="1685767" y="463191"/>
            <a:ext cx="1105976" cy="133969"/>
            <a:chOff x="8183182" y="663852"/>
            <a:chExt cx="1475028" cy="178673"/>
          </a:xfrm>
        </p:grpSpPr>
        <p:grpSp>
          <p:nvGrpSpPr>
            <p:cNvPr id="1916" name="Google Shape;1916;p2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17" name="Google Shape;1917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27" name="Google Shape;1927;p2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928" name="Google Shape;1928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938" name="Google Shape;1938;p23"/>
          <p:cNvSpPr/>
          <p:nvPr/>
        </p:nvSpPr>
        <p:spPr>
          <a:xfrm flipH="1">
            <a:off x="8167370" y="7562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9" name="Google Shape;1939;p23"/>
          <p:cNvSpPr/>
          <p:nvPr/>
        </p:nvSpPr>
        <p:spPr>
          <a:xfrm flipH="1">
            <a:off x="7864270" y="4769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40" name="Google Shape;1940;p23"/>
          <p:cNvGrpSpPr/>
          <p:nvPr/>
        </p:nvGrpSpPr>
        <p:grpSpPr>
          <a:xfrm rot="5400000">
            <a:off x="6864300" y="-51175"/>
            <a:ext cx="98902" cy="553090"/>
            <a:chOff x="4898850" y="4820550"/>
            <a:chExt cx="98902" cy="553090"/>
          </a:xfrm>
        </p:grpSpPr>
        <p:sp>
          <p:nvSpPr>
            <p:cNvPr id="1941" name="Google Shape;1941;p2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2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2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2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2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6" name="Google Shape;1946;p23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947" name="Google Shape;1947;p2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2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2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2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2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52" name="Google Shape;1952;p23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953" name="Google Shape;1953;p23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23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23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6" name="Google Shape;1956;p23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57" name="Google Shape;1957;p23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958" name="Google Shape;1958;p23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23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23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23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3" name="Google Shape;1963;p23"/>
          <p:cNvGrpSpPr/>
          <p:nvPr/>
        </p:nvGrpSpPr>
        <p:grpSpPr>
          <a:xfrm>
            <a:off x="3945551" y="4775319"/>
            <a:ext cx="1252897" cy="51000"/>
            <a:chOff x="2915381" y="4104819"/>
            <a:chExt cx="1252897" cy="51000"/>
          </a:xfrm>
        </p:grpSpPr>
        <p:sp>
          <p:nvSpPr>
            <p:cNvPr id="1964" name="Google Shape;1964;p23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23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23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23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BLANK_15">
    <p:spTree>
      <p:nvGrpSpPr>
        <p:cNvPr id="1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9" name="Google Shape;1979;p2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980" name="Google Shape;1980;p2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2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2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2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2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2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2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2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2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2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2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2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2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2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2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2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2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2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2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2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2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2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2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2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2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2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2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2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2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2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2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2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2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2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2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2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2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2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8" name="Google Shape;2018;p24"/>
          <p:cNvGrpSpPr/>
          <p:nvPr/>
        </p:nvGrpSpPr>
        <p:grpSpPr>
          <a:xfrm>
            <a:off x="4674957" y="4956042"/>
            <a:ext cx="1520982" cy="302065"/>
            <a:chOff x="5642557" y="-150670"/>
            <a:chExt cx="1520982" cy="302065"/>
          </a:xfrm>
        </p:grpSpPr>
        <p:sp>
          <p:nvSpPr>
            <p:cNvPr id="2019" name="Google Shape;2019;p2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2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2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2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2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4" name="Google Shape;2024;p24"/>
          <p:cNvGrpSpPr/>
          <p:nvPr/>
        </p:nvGrpSpPr>
        <p:grpSpPr>
          <a:xfrm rot="5400000">
            <a:off x="85100" y="2306825"/>
            <a:ext cx="98902" cy="553090"/>
            <a:chOff x="4898850" y="4820550"/>
            <a:chExt cx="98902" cy="553090"/>
          </a:xfrm>
        </p:grpSpPr>
        <p:sp>
          <p:nvSpPr>
            <p:cNvPr id="2025" name="Google Shape;2025;p24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24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24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24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24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30" name="Google Shape;2030;p24"/>
          <p:cNvGrpSpPr/>
          <p:nvPr/>
        </p:nvGrpSpPr>
        <p:grpSpPr>
          <a:xfrm>
            <a:off x="-1744592" y="3592129"/>
            <a:ext cx="2297800" cy="347400"/>
            <a:chOff x="-1439792" y="3592129"/>
            <a:chExt cx="2297800" cy="347400"/>
          </a:xfrm>
        </p:grpSpPr>
        <p:sp>
          <p:nvSpPr>
            <p:cNvPr id="2031" name="Google Shape;2031;p24"/>
            <p:cNvSpPr/>
            <p:nvPr/>
          </p:nvSpPr>
          <p:spPr>
            <a:xfrm>
              <a:off x="-1439792" y="3871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24"/>
            <p:cNvSpPr/>
            <p:nvPr/>
          </p:nvSpPr>
          <p:spPr>
            <a:xfrm>
              <a:off x="-1136692" y="3592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3" name="Google Shape;2033;p24"/>
          <p:cNvSpPr/>
          <p:nvPr/>
        </p:nvSpPr>
        <p:spPr>
          <a:xfrm rot="10800000">
            <a:off x="414162" y="44656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4" name="Google Shape;2034;p24"/>
          <p:cNvGrpSpPr/>
          <p:nvPr/>
        </p:nvGrpSpPr>
        <p:grpSpPr>
          <a:xfrm>
            <a:off x="-222733" y="225814"/>
            <a:ext cx="1507157" cy="586800"/>
            <a:chOff x="-222733" y="225814"/>
            <a:chExt cx="1507157" cy="586800"/>
          </a:xfrm>
        </p:grpSpPr>
        <p:sp>
          <p:nvSpPr>
            <p:cNvPr id="2035" name="Google Shape;2035;p24"/>
            <p:cNvSpPr/>
            <p:nvPr/>
          </p:nvSpPr>
          <p:spPr>
            <a:xfrm rot="-5400000">
              <a:off x="348812" y="-12299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36" name="Google Shape;2036;p24"/>
            <p:cNvGrpSpPr/>
            <p:nvPr/>
          </p:nvGrpSpPr>
          <p:grpSpPr>
            <a:xfrm>
              <a:off x="-222733" y="452241"/>
              <a:ext cx="1105976" cy="133969"/>
              <a:chOff x="8183182" y="663852"/>
              <a:chExt cx="1475028" cy="178673"/>
            </a:xfrm>
          </p:grpSpPr>
          <p:grpSp>
            <p:nvGrpSpPr>
              <p:cNvPr id="2037" name="Google Shape;2037;p24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038" name="Google Shape;2038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9" name="Google Shape;2039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0" name="Google Shape;2040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1" name="Google Shape;2041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2" name="Google Shape;2042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3" name="Google Shape;2043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4" name="Google Shape;2044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5" name="Google Shape;2045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6" name="Google Shape;2046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7" name="Google Shape;2047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48" name="Google Shape;2048;p24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049" name="Google Shape;2049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0" name="Google Shape;2050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1" name="Google Shape;2051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2" name="Google Shape;2052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3" name="Google Shape;2053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4" name="Google Shape;2054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5" name="Google Shape;2055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6" name="Google Shape;2056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7" name="Google Shape;2057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8" name="Google Shape;2058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059" name="Google Shape;2059;p24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60" name="Google Shape;2060;p24"/>
          <p:cNvGrpSpPr/>
          <p:nvPr/>
        </p:nvGrpSpPr>
        <p:grpSpPr>
          <a:xfrm>
            <a:off x="8041407" y="183762"/>
            <a:ext cx="1520982" cy="302065"/>
            <a:chOff x="5642557" y="-150670"/>
            <a:chExt cx="1520982" cy="302065"/>
          </a:xfrm>
        </p:grpSpPr>
        <p:sp>
          <p:nvSpPr>
            <p:cNvPr id="2061" name="Google Shape;2061;p2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2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2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2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2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6" name="Google Shape;2066;p24"/>
          <p:cNvGrpSpPr/>
          <p:nvPr/>
        </p:nvGrpSpPr>
        <p:grpSpPr>
          <a:xfrm rot="5400000">
            <a:off x="8360264" y="2845229"/>
            <a:ext cx="883262" cy="242091"/>
            <a:chOff x="2300350" y="2601250"/>
            <a:chExt cx="2275275" cy="623625"/>
          </a:xfrm>
        </p:grpSpPr>
        <p:sp>
          <p:nvSpPr>
            <p:cNvPr id="2067" name="Google Shape;2067;p2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2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2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2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2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2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3" name="Google Shape;2073;p24"/>
          <p:cNvGrpSpPr/>
          <p:nvPr/>
        </p:nvGrpSpPr>
        <p:grpSpPr>
          <a:xfrm>
            <a:off x="8267392" y="4678866"/>
            <a:ext cx="1105976" cy="133969"/>
            <a:chOff x="8183182" y="663852"/>
            <a:chExt cx="1475028" cy="178673"/>
          </a:xfrm>
        </p:grpSpPr>
        <p:grpSp>
          <p:nvGrpSpPr>
            <p:cNvPr id="2074" name="Google Shape;2074;p2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075" name="Google Shape;2075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5" name="Google Shape;2085;p2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086" name="Google Shape;2086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96" name="Google Shape;2096;p24"/>
          <p:cNvGrpSpPr/>
          <p:nvPr/>
        </p:nvGrpSpPr>
        <p:grpSpPr>
          <a:xfrm>
            <a:off x="5023301" y="238994"/>
            <a:ext cx="1252897" cy="51000"/>
            <a:chOff x="2915381" y="4104819"/>
            <a:chExt cx="1252897" cy="51000"/>
          </a:xfrm>
        </p:grpSpPr>
        <p:sp>
          <p:nvSpPr>
            <p:cNvPr id="2097" name="Google Shape;2097;p24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24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24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24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24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24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24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24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24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24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24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24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24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24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11" name="Google Shape;2111;p24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1"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1" name="Google Shape;2221;p2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222" name="Google Shape;2222;p2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2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2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2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2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2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2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2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2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2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2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2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2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2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2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2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2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2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2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2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2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2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2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2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2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2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2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2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2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2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2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2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2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2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2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2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2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2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60" name="Google Shape;2260;p26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61" name="Google Shape;2261;p26"/>
          <p:cNvSpPr txBox="1">
            <a:spLocks noGrp="1"/>
          </p:cNvSpPr>
          <p:nvPr>
            <p:ph type="title" idx="2"/>
          </p:nvPr>
        </p:nvSpPr>
        <p:spPr>
          <a:xfrm>
            <a:off x="841275" y="2611096"/>
            <a:ext cx="20406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62" name="Google Shape;2262;p26"/>
          <p:cNvSpPr txBox="1">
            <a:spLocks noGrp="1"/>
          </p:cNvSpPr>
          <p:nvPr>
            <p:ph type="subTitle" idx="1"/>
          </p:nvPr>
        </p:nvSpPr>
        <p:spPr>
          <a:xfrm>
            <a:off x="841275" y="3019695"/>
            <a:ext cx="2040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3" name="Google Shape;2263;p26"/>
          <p:cNvSpPr txBox="1">
            <a:spLocks noGrp="1"/>
          </p:cNvSpPr>
          <p:nvPr>
            <p:ph type="title" idx="3" hasCustomPrompt="1"/>
          </p:nvPr>
        </p:nvSpPr>
        <p:spPr>
          <a:xfrm>
            <a:off x="744825" y="1668255"/>
            <a:ext cx="2233500" cy="788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4" name="Google Shape;2264;p26"/>
          <p:cNvSpPr txBox="1">
            <a:spLocks noGrp="1"/>
          </p:cNvSpPr>
          <p:nvPr>
            <p:ph type="title" idx="4"/>
          </p:nvPr>
        </p:nvSpPr>
        <p:spPr>
          <a:xfrm>
            <a:off x="3551593" y="2972975"/>
            <a:ext cx="20406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65" name="Google Shape;2265;p26"/>
          <p:cNvSpPr txBox="1">
            <a:spLocks noGrp="1"/>
          </p:cNvSpPr>
          <p:nvPr>
            <p:ph type="subTitle" idx="5"/>
          </p:nvPr>
        </p:nvSpPr>
        <p:spPr>
          <a:xfrm>
            <a:off x="3551593" y="3381574"/>
            <a:ext cx="2040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6" name="Google Shape;2266;p26"/>
          <p:cNvSpPr txBox="1">
            <a:spLocks noGrp="1"/>
          </p:cNvSpPr>
          <p:nvPr>
            <p:ph type="title" idx="6" hasCustomPrompt="1"/>
          </p:nvPr>
        </p:nvSpPr>
        <p:spPr>
          <a:xfrm>
            <a:off x="3455143" y="2030134"/>
            <a:ext cx="2233500" cy="788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7" name="Google Shape;2267;p26"/>
          <p:cNvSpPr txBox="1">
            <a:spLocks noGrp="1"/>
          </p:cNvSpPr>
          <p:nvPr>
            <p:ph type="title" idx="7"/>
          </p:nvPr>
        </p:nvSpPr>
        <p:spPr>
          <a:xfrm>
            <a:off x="6261925" y="2611096"/>
            <a:ext cx="20406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68" name="Google Shape;2268;p26"/>
          <p:cNvSpPr txBox="1">
            <a:spLocks noGrp="1"/>
          </p:cNvSpPr>
          <p:nvPr>
            <p:ph type="subTitle" idx="8"/>
          </p:nvPr>
        </p:nvSpPr>
        <p:spPr>
          <a:xfrm>
            <a:off x="6261925" y="3019695"/>
            <a:ext cx="2040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9" name="Google Shape;2269;p26"/>
          <p:cNvSpPr txBox="1">
            <a:spLocks noGrp="1"/>
          </p:cNvSpPr>
          <p:nvPr>
            <p:ph type="title" idx="9" hasCustomPrompt="1"/>
          </p:nvPr>
        </p:nvSpPr>
        <p:spPr>
          <a:xfrm>
            <a:off x="6165475" y="1668255"/>
            <a:ext cx="2233500" cy="788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2270" name="Google Shape;2270;p26"/>
          <p:cNvGrpSpPr/>
          <p:nvPr/>
        </p:nvGrpSpPr>
        <p:grpSpPr>
          <a:xfrm>
            <a:off x="-11" y="4335989"/>
            <a:ext cx="1284435" cy="586800"/>
            <a:chOff x="-11" y="4335989"/>
            <a:chExt cx="1284435" cy="586800"/>
          </a:xfrm>
        </p:grpSpPr>
        <p:sp>
          <p:nvSpPr>
            <p:cNvPr id="2271" name="Google Shape;2271;p26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72" name="Google Shape;2272;p26"/>
            <p:cNvGrpSpPr/>
            <p:nvPr/>
          </p:nvGrpSpPr>
          <p:grpSpPr>
            <a:xfrm rot="10800000">
              <a:off x="-11" y="4508353"/>
              <a:ext cx="883262" cy="242091"/>
              <a:chOff x="2300350" y="2601250"/>
              <a:chExt cx="2275275" cy="623625"/>
            </a:xfrm>
          </p:grpSpPr>
          <p:sp>
            <p:nvSpPr>
              <p:cNvPr id="2273" name="Google Shape;2273;p26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Google Shape;2274;p26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Google Shape;2275;p26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Google Shape;2276;p26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Google Shape;2277;p26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Google Shape;2278;p26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79" name="Google Shape;2279;p26"/>
          <p:cNvGrpSpPr/>
          <p:nvPr/>
        </p:nvGrpSpPr>
        <p:grpSpPr>
          <a:xfrm>
            <a:off x="1398057" y="-114308"/>
            <a:ext cx="1520982" cy="302065"/>
            <a:chOff x="5642557" y="-150670"/>
            <a:chExt cx="1520982" cy="302065"/>
          </a:xfrm>
        </p:grpSpPr>
        <p:sp>
          <p:nvSpPr>
            <p:cNvPr id="2280" name="Google Shape;2280;p2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2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2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2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2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85" name="Google Shape;2285;p26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2286" name="Google Shape;2286;p2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2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2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2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2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91" name="Google Shape;2291;p26"/>
          <p:cNvSpPr/>
          <p:nvPr/>
        </p:nvSpPr>
        <p:spPr>
          <a:xfrm>
            <a:off x="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2" name="Google Shape;2292;p26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3" name="Google Shape;2293;p26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4" name="Google Shape;2294;p2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5" name="Google Shape;2295;p26"/>
          <p:cNvGrpSpPr/>
          <p:nvPr/>
        </p:nvGrpSpPr>
        <p:grpSpPr>
          <a:xfrm>
            <a:off x="7812807" y="883512"/>
            <a:ext cx="1520982" cy="302065"/>
            <a:chOff x="5642557" y="-150670"/>
            <a:chExt cx="1520982" cy="302065"/>
          </a:xfrm>
        </p:grpSpPr>
        <p:sp>
          <p:nvSpPr>
            <p:cNvPr id="2296" name="Google Shape;2296;p2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2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2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2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2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1" name="Google Shape;2301;p26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2302" name="Google Shape;2302;p26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26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26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26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26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2">
    <p:spTree>
      <p:nvGrpSpPr>
        <p:cNvPr id="1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8" name="Google Shape;2308;p2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09" name="Google Shape;2309;p2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2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2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2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2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2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2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2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2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2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2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2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2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2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2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2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2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2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2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2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2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2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2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2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2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2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2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2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2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2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2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2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2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2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2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2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2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2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47" name="Google Shape;2347;p27"/>
          <p:cNvSpPr txBox="1">
            <a:spLocks noGrp="1"/>
          </p:cNvSpPr>
          <p:nvPr>
            <p:ph type="title"/>
          </p:nvPr>
        </p:nvSpPr>
        <p:spPr>
          <a:xfrm>
            <a:off x="2335650" y="758125"/>
            <a:ext cx="4472700" cy="9555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7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348" name="Google Shape;2348;p27"/>
          <p:cNvSpPr txBox="1">
            <a:spLocks noGrp="1"/>
          </p:cNvSpPr>
          <p:nvPr>
            <p:ph type="subTitle" idx="1"/>
          </p:nvPr>
        </p:nvSpPr>
        <p:spPr>
          <a:xfrm>
            <a:off x="2335650" y="1775000"/>
            <a:ext cx="4472700" cy="10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9" name="Google Shape;2349;p27"/>
          <p:cNvSpPr txBox="1"/>
          <p:nvPr/>
        </p:nvSpPr>
        <p:spPr>
          <a:xfrm>
            <a:off x="2532450" y="3327757"/>
            <a:ext cx="40791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Credits:</a:t>
            </a:r>
            <a:r>
              <a:rPr lang="en" sz="1200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This presentation template was created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including icons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infographics &amp; images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350" name="Google Shape;2350;p27"/>
          <p:cNvSpPr/>
          <p:nvPr/>
        </p:nvSpPr>
        <p:spPr>
          <a:xfrm rot="10800000">
            <a:off x="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51" name="Google Shape;2351;p27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2352" name="Google Shape;2352;p27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53" name="Google Shape;2353;p27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2354" name="Google Shape;2354;p2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Google Shape;2355;p2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Google Shape;2356;p2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2357;p2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Google Shape;2358;p2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Google Shape;2359;p2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60" name="Google Shape;2360;p27"/>
          <p:cNvGrpSpPr/>
          <p:nvPr/>
        </p:nvGrpSpPr>
        <p:grpSpPr>
          <a:xfrm>
            <a:off x="2618882" y="4981392"/>
            <a:ext cx="1520982" cy="302065"/>
            <a:chOff x="5642557" y="-150670"/>
            <a:chExt cx="1520982" cy="302065"/>
          </a:xfrm>
        </p:grpSpPr>
        <p:sp>
          <p:nvSpPr>
            <p:cNvPr id="2361" name="Google Shape;2361;p2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2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2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2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2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66" name="Google Shape;2366;p27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367" name="Google Shape;2367;p2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2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2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2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2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2" name="Google Shape;2372;p27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2373" name="Google Shape;2373;p27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27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5" name="Google Shape;2375;p27"/>
          <p:cNvGrpSpPr/>
          <p:nvPr/>
        </p:nvGrpSpPr>
        <p:grpSpPr>
          <a:xfrm flipH="1">
            <a:off x="-529079" y="4313280"/>
            <a:ext cx="1823016" cy="196994"/>
            <a:chOff x="7857346" y="4002005"/>
            <a:chExt cx="1823016" cy="196994"/>
          </a:xfrm>
        </p:grpSpPr>
        <p:sp>
          <p:nvSpPr>
            <p:cNvPr id="2376" name="Google Shape;2376;p27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27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27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79" name="Google Shape;2379;p27"/>
          <p:cNvSpPr/>
          <p:nvPr/>
        </p:nvSpPr>
        <p:spPr>
          <a:xfrm rot="5400000">
            <a:off x="8208384" y="388567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80" name="Google Shape;2380;p27"/>
          <p:cNvGrpSpPr/>
          <p:nvPr/>
        </p:nvGrpSpPr>
        <p:grpSpPr>
          <a:xfrm>
            <a:off x="5202992" y="4687341"/>
            <a:ext cx="1105976" cy="133969"/>
            <a:chOff x="8183182" y="663852"/>
            <a:chExt cx="1475028" cy="178673"/>
          </a:xfrm>
        </p:grpSpPr>
        <p:grpSp>
          <p:nvGrpSpPr>
            <p:cNvPr id="2381" name="Google Shape;2381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382" name="Google Shape;2382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Google Shape;2383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Google Shape;2384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Google Shape;2385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Google Shape;2386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Google Shape;2387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Google Shape;2388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Google Shape;2389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Google Shape;2390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Google Shape;2391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2" name="Google Shape;2392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393" name="Google Shape;239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Google Shape;239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Google Shape;239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Google Shape;239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Google Shape;239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Google Shape;239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Google Shape;240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Google Shape;240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Google Shape;240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403" name="Google Shape;2403;p27"/>
          <p:cNvSpPr/>
          <p:nvPr/>
        </p:nvSpPr>
        <p:spPr>
          <a:xfrm rot="10800000">
            <a:off x="8027645" y="21741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04" name="Google Shape;2404;p27"/>
          <p:cNvGrpSpPr/>
          <p:nvPr/>
        </p:nvGrpSpPr>
        <p:grpSpPr>
          <a:xfrm rot="-5400000">
            <a:off x="7172708" y="384980"/>
            <a:ext cx="1823016" cy="296643"/>
            <a:chOff x="7857346" y="3902355"/>
            <a:chExt cx="1823016" cy="296643"/>
          </a:xfrm>
        </p:grpSpPr>
        <p:sp>
          <p:nvSpPr>
            <p:cNvPr id="2405" name="Google Shape;2405;p27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27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27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27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27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27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11" name="Google Shape;2411;p27"/>
          <p:cNvGrpSpPr/>
          <p:nvPr/>
        </p:nvGrpSpPr>
        <p:grpSpPr>
          <a:xfrm>
            <a:off x="8267392" y="2926266"/>
            <a:ext cx="1105976" cy="133969"/>
            <a:chOff x="8183182" y="663852"/>
            <a:chExt cx="1475028" cy="178673"/>
          </a:xfrm>
        </p:grpSpPr>
        <p:grpSp>
          <p:nvGrpSpPr>
            <p:cNvPr id="2412" name="Google Shape;2412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413" name="Google Shape;241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Google Shape;241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Google Shape;241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Google Shape;241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Google Shape;241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Google Shape;241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Google Shape;241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Google Shape;242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Google Shape;242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Google Shape;242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23" name="Google Shape;2423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424" name="Google Shape;2424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Google Shape;2425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Google Shape;2426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Google Shape;2427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Google Shape;2428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Google Shape;2429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Google Shape;2430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Google Shape;2431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Google Shape;2432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Google Shape;2433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34" name="Google Shape;2434;p27"/>
          <p:cNvGrpSpPr/>
          <p:nvPr/>
        </p:nvGrpSpPr>
        <p:grpSpPr>
          <a:xfrm>
            <a:off x="2360001" y="376081"/>
            <a:ext cx="1252897" cy="51000"/>
            <a:chOff x="2915381" y="4104819"/>
            <a:chExt cx="1252897" cy="51000"/>
          </a:xfrm>
        </p:grpSpPr>
        <p:sp>
          <p:nvSpPr>
            <p:cNvPr id="2435" name="Google Shape;2435;p2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2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2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2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2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2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2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2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2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2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2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2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2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2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3">
    <p:spTree>
      <p:nvGrpSpPr>
        <p:cNvPr id="1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0" name="Google Shape;2450;p2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451" name="Google Shape;2451;p2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2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2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2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2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2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2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2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2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2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2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2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2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2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2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2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2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2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2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2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2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2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2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2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2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2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2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2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2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2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2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2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2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2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2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2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2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2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9" name="Google Shape;2489;p28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490" name="Google Shape;2490;p2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2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2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2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2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5" name="Google Shape;2495;p28"/>
          <p:cNvGrpSpPr/>
          <p:nvPr/>
        </p:nvGrpSpPr>
        <p:grpSpPr>
          <a:xfrm flipH="1">
            <a:off x="-839729" y="2843530"/>
            <a:ext cx="1823016" cy="196994"/>
            <a:chOff x="7857346" y="4002005"/>
            <a:chExt cx="1823016" cy="196994"/>
          </a:xfrm>
        </p:grpSpPr>
        <p:sp>
          <p:nvSpPr>
            <p:cNvPr id="2496" name="Google Shape;2496;p2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2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2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99" name="Google Shape;2499;p28"/>
          <p:cNvSpPr/>
          <p:nvPr/>
        </p:nvSpPr>
        <p:spPr>
          <a:xfrm rot="5400000">
            <a:off x="8206149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0" name="Google Shape;2500;p28"/>
          <p:cNvSpPr/>
          <p:nvPr/>
        </p:nvSpPr>
        <p:spPr>
          <a:xfrm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01" name="Google Shape;2501;p28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2502" name="Google Shape;2502;p28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503" name="Google Shape;2503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Google Shape;2504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Google Shape;2505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Google Shape;2506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Google Shape;2507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Google Shape;2508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Google Shape;2509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Google Shape;2510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Google Shape;2511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Google Shape;2512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13" name="Google Shape;2513;p28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514" name="Google Shape;2514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Google Shape;2515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Google Shape;2516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Google Shape;2517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2518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Google Shape;2519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Google Shape;2520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Google Shape;2521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Google Shape;2522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Google Shape;2523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24" name="Google Shape;2524;p28"/>
          <p:cNvGrpSpPr/>
          <p:nvPr/>
        </p:nvGrpSpPr>
        <p:grpSpPr>
          <a:xfrm flipH="1">
            <a:off x="4834557" y="-107958"/>
            <a:ext cx="1520982" cy="302065"/>
            <a:chOff x="5642557" y="-150670"/>
            <a:chExt cx="1520982" cy="302065"/>
          </a:xfrm>
        </p:grpSpPr>
        <p:sp>
          <p:nvSpPr>
            <p:cNvPr id="2525" name="Google Shape;2525;p2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2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2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2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2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0" name="Google Shape;2530;p28"/>
          <p:cNvGrpSpPr/>
          <p:nvPr/>
        </p:nvGrpSpPr>
        <p:grpSpPr>
          <a:xfrm>
            <a:off x="635870" y="-1455296"/>
            <a:ext cx="347400" cy="2297800"/>
            <a:chOff x="6420895" y="-1455296"/>
            <a:chExt cx="347400" cy="2297800"/>
          </a:xfrm>
        </p:grpSpPr>
        <p:sp>
          <p:nvSpPr>
            <p:cNvPr id="2531" name="Google Shape;2531;p28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28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3" name="Google Shape;2533;p28"/>
          <p:cNvSpPr/>
          <p:nvPr/>
        </p:nvSpPr>
        <p:spPr>
          <a:xfrm rot="-5400000">
            <a:off x="348812" y="420768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34" name="Google Shape;2534;p28"/>
          <p:cNvGrpSpPr/>
          <p:nvPr/>
        </p:nvGrpSpPr>
        <p:grpSpPr>
          <a:xfrm>
            <a:off x="333809" y="4164674"/>
            <a:ext cx="302065" cy="1520982"/>
            <a:chOff x="-108754" y="2690919"/>
            <a:chExt cx="302065" cy="1520982"/>
          </a:xfrm>
        </p:grpSpPr>
        <p:sp>
          <p:nvSpPr>
            <p:cNvPr id="2535" name="Google Shape;2535;p28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28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28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28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28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0" name="Google Shape;2540;p28"/>
          <p:cNvGrpSpPr/>
          <p:nvPr/>
        </p:nvGrpSpPr>
        <p:grpSpPr>
          <a:xfrm>
            <a:off x="8490114" y="2144503"/>
            <a:ext cx="883262" cy="242091"/>
            <a:chOff x="2300350" y="2601250"/>
            <a:chExt cx="2275275" cy="623625"/>
          </a:xfrm>
        </p:grpSpPr>
        <p:sp>
          <p:nvSpPr>
            <p:cNvPr id="2541" name="Google Shape;2541;p2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2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2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2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2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2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2">
    <p:spTree>
      <p:nvGrpSpPr>
        <p:cNvPr id="1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8" name="Google Shape;2548;p2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549" name="Google Shape;2549;p2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2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2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2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2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2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2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2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2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2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2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2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2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2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2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2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2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2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2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87" name="Google Shape;2587;p29"/>
          <p:cNvGrpSpPr/>
          <p:nvPr/>
        </p:nvGrpSpPr>
        <p:grpSpPr>
          <a:xfrm rot="5400000">
            <a:off x="85100" y="782825"/>
            <a:ext cx="98902" cy="553090"/>
            <a:chOff x="4898850" y="4820550"/>
            <a:chExt cx="98902" cy="553090"/>
          </a:xfrm>
        </p:grpSpPr>
        <p:sp>
          <p:nvSpPr>
            <p:cNvPr id="2588" name="Google Shape;2588;p2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2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2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2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2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3" name="Google Shape;2593;p29"/>
          <p:cNvGrpSpPr/>
          <p:nvPr/>
        </p:nvGrpSpPr>
        <p:grpSpPr>
          <a:xfrm>
            <a:off x="-1414555" y="1991929"/>
            <a:ext cx="2297800" cy="347400"/>
            <a:chOff x="-1414555" y="3058729"/>
            <a:chExt cx="2297800" cy="347400"/>
          </a:xfrm>
        </p:grpSpPr>
        <p:sp>
          <p:nvSpPr>
            <p:cNvPr id="2594" name="Google Shape;2594;p29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29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6" name="Google Shape;2596;p29"/>
          <p:cNvGrpSpPr/>
          <p:nvPr/>
        </p:nvGrpSpPr>
        <p:grpSpPr>
          <a:xfrm flipH="1">
            <a:off x="-799254" y="3300805"/>
            <a:ext cx="1823016" cy="196994"/>
            <a:chOff x="7857346" y="4002005"/>
            <a:chExt cx="1823016" cy="196994"/>
          </a:xfrm>
        </p:grpSpPr>
        <p:sp>
          <p:nvSpPr>
            <p:cNvPr id="2597" name="Google Shape;2597;p2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2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2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00" name="Google Shape;2600;p29"/>
          <p:cNvSpPr/>
          <p:nvPr/>
        </p:nvSpPr>
        <p:spPr>
          <a:xfrm rot="5400000">
            <a:off x="8204801" y="-34943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1" name="Google Shape;2601;p29"/>
          <p:cNvSpPr/>
          <p:nvPr/>
        </p:nvSpPr>
        <p:spPr>
          <a:xfrm rot="10800000">
            <a:off x="7736612" y="439283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02" name="Google Shape;2602;p29"/>
          <p:cNvGrpSpPr/>
          <p:nvPr/>
        </p:nvGrpSpPr>
        <p:grpSpPr>
          <a:xfrm rot="5400000">
            <a:off x="8288664" y="2674962"/>
            <a:ext cx="883262" cy="242091"/>
            <a:chOff x="2300350" y="2601250"/>
            <a:chExt cx="2275275" cy="623625"/>
          </a:xfrm>
        </p:grpSpPr>
        <p:sp>
          <p:nvSpPr>
            <p:cNvPr id="2603" name="Google Shape;2603;p2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2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2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2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2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2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9" name="Google Shape;2609;p29"/>
          <p:cNvGrpSpPr/>
          <p:nvPr/>
        </p:nvGrpSpPr>
        <p:grpSpPr>
          <a:xfrm>
            <a:off x="8533046" y="-288388"/>
            <a:ext cx="302065" cy="1520982"/>
            <a:chOff x="-108754" y="2690919"/>
            <a:chExt cx="302065" cy="1520982"/>
          </a:xfrm>
        </p:grpSpPr>
        <p:sp>
          <p:nvSpPr>
            <p:cNvPr id="2610" name="Google Shape;2610;p29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29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29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29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29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15" name="Google Shape;2615;p29"/>
          <p:cNvGrpSpPr/>
          <p:nvPr/>
        </p:nvGrpSpPr>
        <p:grpSpPr>
          <a:xfrm>
            <a:off x="1176957" y="-107958"/>
            <a:ext cx="1520982" cy="302065"/>
            <a:chOff x="5642557" y="-150670"/>
            <a:chExt cx="1520982" cy="302065"/>
          </a:xfrm>
        </p:grpSpPr>
        <p:sp>
          <p:nvSpPr>
            <p:cNvPr id="2616" name="Google Shape;2616;p2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2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2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2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2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1" name="Google Shape;2621;p29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2622" name="Google Shape;2622;p29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29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4" name="Google Shape;2624;p29"/>
          <p:cNvGrpSpPr/>
          <p:nvPr/>
        </p:nvGrpSpPr>
        <p:grpSpPr>
          <a:xfrm>
            <a:off x="-222733" y="4310689"/>
            <a:ext cx="1507157" cy="586800"/>
            <a:chOff x="-222733" y="4310689"/>
            <a:chExt cx="1507157" cy="586800"/>
          </a:xfrm>
        </p:grpSpPr>
        <p:sp>
          <p:nvSpPr>
            <p:cNvPr id="2625" name="Google Shape;2625;p29"/>
            <p:cNvSpPr/>
            <p:nvPr/>
          </p:nvSpPr>
          <p:spPr>
            <a:xfrm rot="-5400000">
              <a:off x="348812" y="39618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26" name="Google Shape;2626;p29"/>
            <p:cNvGrpSpPr/>
            <p:nvPr/>
          </p:nvGrpSpPr>
          <p:grpSpPr>
            <a:xfrm>
              <a:off x="-222733" y="4537116"/>
              <a:ext cx="1105976" cy="133969"/>
              <a:chOff x="8183182" y="663852"/>
              <a:chExt cx="1475028" cy="178673"/>
            </a:xfrm>
          </p:grpSpPr>
          <p:grpSp>
            <p:nvGrpSpPr>
              <p:cNvPr id="2627" name="Google Shape;2627;p29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628" name="Google Shape;2628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9" name="Google Shape;2629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0" name="Google Shape;2630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1" name="Google Shape;2631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2" name="Google Shape;2632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3" name="Google Shape;2633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4" name="Google Shape;2634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5" name="Google Shape;2635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6" name="Google Shape;2636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7" name="Google Shape;2637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38" name="Google Shape;2638;p29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639" name="Google Shape;2639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0" name="Google Shape;2640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1" name="Google Shape;2641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2" name="Google Shape;2642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3" name="Google Shape;2643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4" name="Google Shape;2644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5" name="Google Shape;2645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6" name="Google Shape;2646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7" name="Google Shape;2647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8" name="Google Shape;2648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2" r:id="rId24"/>
    <p:sldLayoutId id="2147483673" r:id="rId25"/>
    <p:sldLayoutId id="2147483674" r:id="rId26"/>
    <p:sldLayoutId id="2147483675" r:id="rId2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jatinangor.itb.ac.id/en/akses-internet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cs.usfca.edu/~srollins/courses/cs336/web/slides/routing_algorithms.pdf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jatinangor.itb.ac.id/en/akses-internet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9" name="Google Shape;2659;p33"/>
          <p:cNvSpPr/>
          <p:nvPr/>
        </p:nvSpPr>
        <p:spPr>
          <a:xfrm>
            <a:off x="2241660" y="2497576"/>
            <a:ext cx="4754954" cy="2219204"/>
          </a:xfrm>
          <a:prstGeom prst="roundRect">
            <a:avLst>
              <a:gd name="adj" fmla="val 50000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0" name="Google Shape;2660;p33"/>
          <p:cNvSpPr txBox="1">
            <a:spLocks noGrp="1"/>
          </p:cNvSpPr>
          <p:nvPr>
            <p:ph type="subTitle" idx="1"/>
          </p:nvPr>
        </p:nvSpPr>
        <p:spPr>
          <a:xfrm>
            <a:off x="2759812" y="2974742"/>
            <a:ext cx="4278271" cy="126487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A</a:t>
            </a:r>
            <a:r>
              <a:rPr lang="en-ID" sz="1400" b="1" dirty="0" err="1">
                <a:solidFill>
                  <a:schemeClr val="tx1"/>
                </a:solidFill>
              </a:rPr>
              <a:t>nggota</a:t>
            </a:r>
            <a:r>
              <a:rPr lang="en-ID" sz="1400" b="1" dirty="0">
                <a:solidFill>
                  <a:schemeClr val="tx1"/>
                </a:solidFill>
              </a:rPr>
              <a:t> </a:t>
            </a:r>
            <a:r>
              <a:rPr lang="en-ID" sz="1400" b="1" dirty="0" err="1">
                <a:solidFill>
                  <a:schemeClr val="tx1"/>
                </a:solidFill>
              </a:rPr>
              <a:t>Kelompok</a:t>
            </a:r>
            <a:r>
              <a:rPr lang="en-ID" sz="1400" b="1" dirty="0">
                <a:solidFill>
                  <a:schemeClr val="tx1"/>
                </a:solidFill>
              </a:rPr>
              <a:t>:</a:t>
            </a:r>
          </a:p>
          <a:p>
            <a:pPr algn="l">
              <a:buClr>
                <a:schemeClr val="tx1"/>
              </a:buClr>
              <a:buSzPct val="90000"/>
              <a:buAutoNum type="arabicPeriod"/>
            </a:pPr>
            <a:r>
              <a:rPr lang="id-ID" sz="1400" b="1" dirty="0">
                <a:solidFill>
                  <a:schemeClr val="tx1"/>
                </a:solidFill>
              </a:rPr>
              <a:t>Muhamad Salman Hakim Alfarisi</a:t>
            </a:r>
            <a:r>
              <a:rPr lang="en-US" sz="1400" b="1" dirty="0">
                <a:solidFill>
                  <a:schemeClr val="tx1"/>
                </a:solidFill>
              </a:rPr>
              <a:t> (</a:t>
            </a:r>
            <a:r>
              <a:rPr lang="id-ID" sz="1400" b="1" dirty="0">
                <a:solidFill>
                  <a:schemeClr val="tx1"/>
                </a:solidFill>
              </a:rPr>
              <a:t>16521513</a:t>
            </a:r>
            <a:r>
              <a:rPr lang="en-US" sz="1400" b="1" dirty="0">
                <a:solidFill>
                  <a:schemeClr val="tx1"/>
                </a:solidFill>
              </a:rPr>
              <a:t>)</a:t>
            </a:r>
          </a:p>
          <a:p>
            <a:pPr algn="l">
              <a:buClr>
                <a:schemeClr val="tx1"/>
              </a:buClr>
              <a:buSzPct val="90000"/>
              <a:buAutoNum type="arabicPeriod"/>
            </a:pPr>
            <a:r>
              <a:rPr lang="id-ID" sz="1400" b="1" dirty="0">
                <a:solidFill>
                  <a:schemeClr val="tx1"/>
                </a:solidFill>
              </a:rPr>
              <a:t>Christophorus Dharma Winata</a:t>
            </a:r>
            <a:r>
              <a:rPr lang="en-US" sz="1400" b="1" dirty="0">
                <a:solidFill>
                  <a:schemeClr val="tx1"/>
                </a:solidFill>
              </a:rPr>
              <a:t> (</a:t>
            </a:r>
            <a:r>
              <a:rPr lang="id-ID" sz="1400" b="1" dirty="0">
                <a:solidFill>
                  <a:schemeClr val="tx1"/>
                </a:solidFill>
              </a:rPr>
              <a:t>16521514</a:t>
            </a:r>
            <a:r>
              <a:rPr lang="en-US" sz="1400" b="1" dirty="0">
                <a:solidFill>
                  <a:schemeClr val="tx1"/>
                </a:solidFill>
              </a:rPr>
              <a:t>)</a:t>
            </a:r>
          </a:p>
          <a:p>
            <a:pPr algn="l">
              <a:buClr>
                <a:schemeClr val="tx1"/>
              </a:buClr>
              <a:buSzPct val="90000"/>
              <a:buAutoNum type="arabicPeriod"/>
            </a:pPr>
            <a:r>
              <a:rPr lang="id-ID" sz="1400" b="1" dirty="0">
                <a:solidFill>
                  <a:schemeClr val="tx1"/>
                </a:solidFill>
              </a:rPr>
              <a:t>Ahmad Rivai Yahya</a:t>
            </a:r>
            <a:r>
              <a:rPr lang="en-US" sz="1400" b="1" dirty="0">
                <a:solidFill>
                  <a:schemeClr val="tx1"/>
                </a:solidFill>
              </a:rPr>
              <a:t> (</a:t>
            </a:r>
            <a:r>
              <a:rPr lang="id-ID" sz="1400" b="1" dirty="0">
                <a:solidFill>
                  <a:schemeClr val="tx1"/>
                </a:solidFill>
              </a:rPr>
              <a:t>16521523</a:t>
            </a:r>
            <a:r>
              <a:rPr lang="en-US" sz="1400" b="1" dirty="0">
                <a:solidFill>
                  <a:schemeClr val="tx1"/>
                </a:solidFill>
              </a:rPr>
              <a:t>)</a:t>
            </a:r>
            <a:endParaRPr lang="en-ID" sz="1400" b="1" dirty="0">
              <a:solidFill>
                <a:schemeClr val="tx1"/>
              </a:solidFill>
            </a:endParaRPr>
          </a:p>
          <a:p>
            <a:pPr algn="l">
              <a:buClr>
                <a:schemeClr val="tx1"/>
              </a:buClr>
              <a:buSzPct val="90000"/>
              <a:buAutoNum type="arabicPeriod"/>
            </a:pPr>
            <a:r>
              <a:rPr lang="id-ID" sz="1400" b="1" dirty="0">
                <a:solidFill>
                  <a:schemeClr val="tx1"/>
                </a:solidFill>
              </a:rPr>
              <a:t>Wan Aufa Azis</a:t>
            </a:r>
            <a:r>
              <a:rPr lang="en-US" sz="1400" b="1" dirty="0">
                <a:solidFill>
                  <a:schemeClr val="tx1"/>
                </a:solidFill>
              </a:rPr>
              <a:t> (</a:t>
            </a:r>
            <a:r>
              <a:rPr lang="id-ID" sz="1400" b="1" dirty="0">
                <a:solidFill>
                  <a:schemeClr val="tx1"/>
                </a:solidFill>
              </a:rPr>
              <a:t>16521525</a:t>
            </a:r>
            <a:r>
              <a:rPr lang="en-US" sz="1400" b="1" dirty="0">
                <a:solidFill>
                  <a:schemeClr val="tx1"/>
                </a:solidFill>
              </a:rPr>
              <a:t>)</a:t>
            </a:r>
            <a:endParaRPr lang="en-ID" sz="1400" b="1" dirty="0">
              <a:solidFill>
                <a:schemeClr val="tx1"/>
              </a:solidFill>
            </a:endParaRPr>
          </a:p>
          <a:p>
            <a:pPr algn="l">
              <a:buClr>
                <a:schemeClr val="tx1"/>
              </a:buClr>
              <a:buSzPct val="90000"/>
              <a:buAutoNum type="arabicPeriod"/>
            </a:pPr>
            <a:r>
              <a:rPr lang="id-ID" sz="1400" b="1" dirty="0">
                <a:solidFill>
                  <a:schemeClr val="tx1"/>
                </a:solidFill>
              </a:rPr>
              <a:t>Jason Rivalino</a:t>
            </a:r>
            <a:r>
              <a:rPr lang="en-US" sz="1400" b="1" dirty="0">
                <a:solidFill>
                  <a:schemeClr val="tx1"/>
                </a:solidFill>
              </a:rPr>
              <a:t> (</a:t>
            </a:r>
            <a:r>
              <a:rPr lang="id-ID" sz="1400" b="1" dirty="0">
                <a:solidFill>
                  <a:schemeClr val="tx1"/>
                </a:solidFill>
              </a:rPr>
              <a:t>16521541</a:t>
            </a:r>
            <a:r>
              <a:rPr lang="en-US" sz="1400" b="1" dirty="0">
                <a:solidFill>
                  <a:schemeClr val="tx1"/>
                </a:solidFill>
              </a:rPr>
              <a:t>)</a:t>
            </a:r>
            <a:endParaRPr lang="en-ID" sz="1400" b="1" dirty="0">
              <a:solidFill>
                <a:schemeClr val="tx1"/>
              </a:solidFill>
            </a:endParaRPr>
          </a:p>
          <a:p>
            <a:pPr algn="l">
              <a:buClr>
                <a:schemeClr val="tx1"/>
              </a:buClr>
              <a:buSzPct val="90000"/>
              <a:buAutoNum type="arabicPeriod"/>
            </a:pPr>
            <a:r>
              <a:rPr lang="id-ID" sz="1400" b="1" dirty="0">
                <a:solidFill>
                  <a:schemeClr val="tx1"/>
                </a:solidFill>
              </a:rPr>
              <a:t>Afnan Edsa Ramadhan</a:t>
            </a:r>
            <a:r>
              <a:rPr lang="en-US" sz="1400" b="1" dirty="0">
                <a:solidFill>
                  <a:schemeClr val="tx1"/>
                </a:solidFill>
              </a:rPr>
              <a:t> (</a:t>
            </a:r>
            <a:r>
              <a:rPr lang="id-ID" sz="1400" b="1" dirty="0">
                <a:solidFill>
                  <a:schemeClr val="tx1"/>
                </a:solidFill>
              </a:rPr>
              <a:t>16521542</a:t>
            </a:r>
            <a:r>
              <a:rPr lang="en-US" sz="1400" b="1" dirty="0">
                <a:solidFill>
                  <a:schemeClr val="tx1"/>
                </a:solidFill>
              </a:rPr>
              <a:t>)</a:t>
            </a:r>
            <a:endParaRPr lang="en-ID" sz="1400" b="1" dirty="0">
              <a:solidFill>
                <a:schemeClr val="tx1"/>
              </a:solidFill>
            </a:endParaRPr>
          </a:p>
        </p:txBody>
      </p:sp>
      <p:grpSp>
        <p:nvGrpSpPr>
          <p:cNvPr id="2661" name="Google Shape;2661;p33"/>
          <p:cNvGrpSpPr/>
          <p:nvPr/>
        </p:nvGrpSpPr>
        <p:grpSpPr>
          <a:xfrm rot="10800000">
            <a:off x="1803033" y="4790703"/>
            <a:ext cx="883262" cy="242091"/>
            <a:chOff x="2300350" y="2601250"/>
            <a:chExt cx="2275275" cy="623625"/>
          </a:xfrm>
        </p:grpSpPr>
        <p:sp>
          <p:nvSpPr>
            <p:cNvPr id="2662" name="Google Shape;2662;p3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3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3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3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3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3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81" name="Google Shape;2681;p33"/>
          <p:cNvGrpSpPr/>
          <p:nvPr/>
        </p:nvGrpSpPr>
        <p:grpSpPr>
          <a:xfrm>
            <a:off x="697057" y="110706"/>
            <a:ext cx="1105976" cy="133969"/>
            <a:chOff x="8183182" y="663852"/>
            <a:chExt cx="1475028" cy="178673"/>
          </a:xfrm>
        </p:grpSpPr>
        <p:grpSp>
          <p:nvGrpSpPr>
            <p:cNvPr id="2682" name="Google Shape;2682;p3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683" name="Google Shape;2683;p3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Google Shape;2684;p3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Google Shape;2685;p3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Google Shape;2686;p3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Google Shape;2687;p3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Google Shape;2688;p3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Google Shape;2689;p3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Google Shape;2690;p3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Google Shape;2691;p3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Google Shape;2692;p3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93" name="Google Shape;2693;p3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694" name="Google Shape;2694;p3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Google Shape;2695;p3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Google Shape;2696;p3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Google Shape;2697;p3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Google Shape;2698;p3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Google Shape;2699;p3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Google Shape;2700;p3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Google Shape;2701;p3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Google Shape;2702;p3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Google Shape;2703;p3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04" name="Google Shape;2704;p33"/>
          <p:cNvGrpSpPr/>
          <p:nvPr/>
        </p:nvGrpSpPr>
        <p:grpSpPr>
          <a:xfrm>
            <a:off x="6205862" y="4837061"/>
            <a:ext cx="1252897" cy="51000"/>
            <a:chOff x="2915381" y="4104819"/>
            <a:chExt cx="1252897" cy="51000"/>
          </a:xfrm>
        </p:grpSpPr>
        <p:sp>
          <p:nvSpPr>
            <p:cNvPr id="2705" name="Google Shape;2705;p33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33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33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33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33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33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33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33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33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33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33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33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33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33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9" name="Google Shape;2719;p33"/>
          <p:cNvSpPr txBox="1">
            <a:spLocks noGrp="1"/>
          </p:cNvSpPr>
          <p:nvPr>
            <p:ph type="ctrTitle"/>
          </p:nvPr>
        </p:nvSpPr>
        <p:spPr>
          <a:xfrm>
            <a:off x="1317600" y="812625"/>
            <a:ext cx="6508800" cy="172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5800" dirty="0">
                <a:solidFill>
                  <a:schemeClr val="accent2"/>
                </a:solidFill>
              </a:rPr>
              <a:t>TUGAS BESAR</a:t>
            </a:r>
            <a:br>
              <a:rPr lang="en-ID" sz="5800" dirty="0">
                <a:solidFill>
                  <a:schemeClr val="accent2"/>
                </a:solidFill>
              </a:rPr>
            </a:br>
            <a:r>
              <a:rPr lang="en-ID" sz="2800" dirty="0">
                <a:solidFill>
                  <a:schemeClr val="accent2"/>
                </a:solidFill>
              </a:rPr>
              <a:t>PENGANTAR REKAYASA &amp; DESAIN</a:t>
            </a:r>
            <a:endParaRPr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2" name="Google Shape;3322;p46"/>
          <p:cNvSpPr txBox="1">
            <a:spLocks noGrp="1"/>
          </p:cNvSpPr>
          <p:nvPr>
            <p:ph type="title"/>
          </p:nvPr>
        </p:nvSpPr>
        <p:spPr>
          <a:xfrm>
            <a:off x="805697" y="1877351"/>
            <a:ext cx="7805868" cy="152560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AU" dirty="0" err="1">
                <a:solidFill>
                  <a:schemeClr val="accent2"/>
                </a:solidFill>
              </a:rPr>
              <a:t>Pemanfaatan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 err="1">
                <a:solidFill>
                  <a:schemeClr val="accent2"/>
                </a:solidFill>
              </a:rPr>
              <a:t>Algoritma</a:t>
            </a:r>
            <a:r>
              <a:rPr lang="en-AU" dirty="0">
                <a:solidFill>
                  <a:schemeClr val="accent2"/>
                </a:solidFill>
              </a:rPr>
              <a:t> Dijkstra </a:t>
            </a:r>
            <a:r>
              <a:rPr lang="en-AU" dirty="0" err="1">
                <a:solidFill>
                  <a:schemeClr val="accent2"/>
                </a:solidFill>
              </a:rPr>
              <a:t>untuk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 err="1">
                <a:solidFill>
                  <a:schemeClr val="accent2"/>
                </a:solidFill>
              </a:rPr>
              <a:t>Pencarian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 err="1">
                <a:solidFill>
                  <a:schemeClr val="accent2"/>
                </a:solidFill>
              </a:rPr>
              <a:t>Jalur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 err="1">
                <a:solidFill>
                  <a:schemeClr val="accent2"/>
                </a:solidFill>
              </a:rPr>
              <a:t>Pengiriman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 err="1">
                <a:solidFill>
                  <a:schemeClr val="accent2"/>
                </a:solidFill>
              </a:rPr>
              <a:t>Informasi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 err="1">
                <a:solidFill>
                  <a:schemeClr val="accent2"/>
                </a:solidFill>
              </a:rPr>
              <a:t>Antar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i="1" dirty="0">
                <a:solidFill>
                  <a:schemeClr val="accent2"/>
                </a:solidFill>
              </a:rPr>
              <a:t>Device</a:t>
            </a:r>
            <a:r>
              <a:rPr lang="en-AU" dirty="0">
                <a:solidFill>
                  <a:schemeClr val="accent2"/>
                </a:solidFill>
              </a:rPr>
              <a:t> yang paling optimal di </a:t>
            </a:r>
            <a:r>
              <a:rPr lang="en-AU" dirty="0" err="1">
                <a:solidFill>
                  <a:schemeClr val="accent2"/>
                </a:solidFill>
              </a:rPr>
              <a:t>lingkungan</a:t>
            </a:r>
            <a:r>
              <a:rPr lang="en-AU" dirty="0">
                <a:solidFill>
                  <a:schemeClr val="accent2"/>
                </a:solidFill>
              </a:rPr>
              <a:t> ITB </a:t>
            </a:r>
            <a:r>
              <a:rPr lang="en-AU" dirty="0" err="1">
                <a:solidFill>
                  <a:schemeClr val="accent2"/>
                </a:solidFill>
              </a:rPr>
              <a:t>Jatinangor</a:t>
            </a:r>
            <a:endParaRPr 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7" name="Google Shape;2737;p35"/>
          <p:cNvSpPr/>
          <p:nvPr/>
        </p:nvSpPr>
        <p:spPr>
          <a:xfrm>
            <a:off x="4665015" y="3648685"/>
            <a:ext cx="2360400" cy="399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9" name="Google Shape;2739;p35"/>
          <p:cNvSpPr/>
          <p:nvPr/>
        </p:nvSpPr>
        <p:spPr>
          <a:xfrm>
            <a:off x="1986315" y="3648685"/>
            <a:ext cx="2360400" cy="399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0" name="Google Shape;2740;p35"/>
          <p:cNvSpPr/>
          <p:nvPr/>
        </p:nvSpPr>
        <p:spPr>
          <a:xfrm>
            <a:off x="3391800" y="2169947"/>
            <a:ext cx="2360400" cy="399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1" name="Google Shape;2741;p35"/>
          <p:cNvSpPr/>
          <p:nvPr/>
        </p:nvSpPr>
        <p:spPr>
          <a:xfrm>
            <a:off x="6070500" y="2169947"/>
            <a:ext cx="2360400" cy="399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2" name="Google Shape;2742;p35"/>
          <p:cNvSpPr/>
          <p:nvPr/>
        </p:nvSpPr>
        <p:spPr>
          <a:xfrm>
            <a:off x="713100" y="2169947"/>
            <a:ext cx="2360400" cy="399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3" name="Google Shape;2743;p35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TABLE OF </a:t>
            </a:r>
            <a:r>
              <a:rPr lang="en" sz="3200" dirty="0">
                <a:solidFill>
                  <a:schemeClr val="accent2"/>
                </a:solidFill>
              </a:rPr>
              <a:t>CONTENTS</a:t>
            </a:r>
            <a:endParaRPr sz="3200" dirty="0">
              <a:solidFill>
                <a:schemeClr val="accent2"/>
              </a:solidFill>
            </a:endParaRPr>
          </a:p>
        </p:txBody>
      </p:sp>
      <p:sp>
        <p:nvSpPr>
          <p:cNvPr id="2744" name="Google Shape;2744;p35"/>
          <p:cNvSpPr txBox="1">
            <a:spLocks noGrp="1"/>
          </p:cNvSpPr>
          <p:nvPr>
            <p:ph type="title" idx="2"/>
          </p:nvPr>
        </p:nvSpPr>
        <p:spPr>
          <a:xfrm>
            <a:off x="776550" y="2232795"/>
            <a:ext cx="22335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err="1"/>
              <a:t>Deskripsi</a:t>
            </a:r>
            <a:r>
              <a:rPr lang="en-ID"/>
              <a:t> </a:t>
            </a:r>
            <a:r>
              <a:rPr lang="en-ID" err="1"/>
              <a:t>Masalah</a:t>
            </a:r>
            <a:endParaRPr/>
          </a:p>
        </p:txBody>
      </p:sp>
      <p:sp>
        <p:nvSpPr>
          <p:cNvPr id="2746" name="Google Shape;2746;p35"/>
          <p:cNvSpPr txBox="1">
            <a:spLocks noGrp="1"/>
          </p:cNvSpPr>
          <p:nvPr>
            <p:ph type="title" idx="3"/>
          </p:nvPr>
        </p:nvSpPr>
        <p:spPr>
          <a:xfrm>
            <a:off x="776550" y="1595622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747" name="Google Shape;2747;p35"/>
          <p:cNvSpPr txBox="1">
            <a:spLocks noGrp="1"/>
          </p:cNvSpPr>
          <p:nvPr>
            <p:ph type="title" idx="4"/>
          </p:nvPr>
        </p:nvSpPr>
        <p:spPr>
          <a:xfrm>
            <a:off x="3471150" y="223279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Algoritma Dijkstra</a:t>
            </a:r>
            <a:endParaRPr/>
          </a:p>
        </p:txBody>
      </p:sp>
      <p:sp>
        <p:nvSpPr>
          <p:cNvPr id="2749" name="Google Shape;2749;p35"/>
          <p:cNvSpPr txBox="1">
            <a:spLocks noGrp="1"/>
          </p:cNvSpPr>
          <p:nvPr>
            <p:ph type="title" idx="6"/>
          </p:nvPr>
        </p:nvSpPr>
        <p:spPr>
          <a:xfrm>
            <a:off x="3471150" y="1595622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750" name="Google Shape;2750;p35"/>
          <p:cNvSpPr txBox="1">
            <a:spLocks noGrp="1"/>
          </p:cNvSpPr>
          <p:nvPr>
            <p:ph type="title" idx="7"/>
          </p:nvPr>
        </p:nvSpPr>
        <p:spPr>
          <a:xfrm>
            <a:off x="6149850" y="223279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r>
              <a:rPr lang="en-ID" err="1"/>
              <a:t>etodologi</a:t>
            </a:r>
            <a:endParaRPr/>
          </a:p>
        </p:txBody>
      </p:sp>
      <p:sp>
        <p:nvSpPr>
          <p:cNvPr id="2752" name="Google Shape;2752;p35"/>
          <p:cNvSpPr txBox="1">
            <a:spLocks noGrp="1"/>
          </p:cNvSpPr>
          <p:nvPr>
            <p:ph type="title" idx="9"/>
          </p:nvPr>
        </p:nvSpPr>
        <p:spPr>
          <a:xfrm>
            <a:off x="6149850" y="1595622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753" name="Google Shape;2753;p35"/>
          <p:cNvSpPr txBox="1">
            <a:spLocks noGrp="1"/>
          </p:cNvSpPr>
          <p:nvPr>
            <p:ph type="title" idx="13"/>
          </p:nvPr>
        </p:nvSpPr>
        <p:spPr>
          <a:xfrm>
            <a:off x="2049765" y="3711538"/>
            <a:ext cx="22335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Hasil Eksperimen</a:t>
            </a:r>
            <a:endParaRPr/>
          </a:p>
        </p:txBody>
      </p:sp>
      <p:sp>
        <p:nvSpPr>
          <p:cNvPr id="2755" name="Google Shape;2755;p35"/>
          <p:cNvSpPr txBox="1">
            <a:spLocks noGrp="1"/>
          </p:cNvSpPr>
          <p:nvPr>
            <p:ph type="title" idx="15"/>
          </p:nvPr>
        </p:nvSpPr>
        <p:spPr>
          <a:xfrm>
            <a:off x="2049765" y="3074334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756" name="Google Shape;2756;p35"/>
          <p:cNvSpPr txBox="1">
            <a:spLocks noGrp="1"/>
          </p:cNvSpPr>
          <p:nvPr>
            <p:ph type="title" idx="16"/>
          </p:nvPr>
        </p:nvSpPr>
        <p:spPr>
          <a:xfrm>
            <a:off x="4744365" y="3711538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Kesimpulan</a:t>
            </a:r>
            <a:endParaRPr/>
          </a:p>
        </p:txBody>
      </p:sp>
      <p:sp>
        <p:nvSpPr>
          <p:cNvPr id="2758" name="Google Shape;2758;p35"/>
          <p:cNvSpPr txBox="1">
            <a:spLocks noGrp="1"/>
          </p:cNvSpPr>
          <p:nvPr>
            <p:ph type="title" idx="18"/>
          </p:nvPr>
        </p:nvSpPr>
        <p:spPr>
          <a:xfrm>
            <a:off x="4744365" y="307433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grpSp>
        <p:nvGrpSpPr>
          <p:cNvPr id="2762" name="Google Shape;2762;p35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2763" name="Google Shape;2763;p3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3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3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3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3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3" name="Google Shape;2883;p38"/>
          <p:cNvSpPr txBox="1">
            <a:spLocks noGrp="1"/>
          </p:cNvSpPr>
          <p:nvPr>
            <p:ph type="title"/>
          </p:nvPr>
        </p:nvSpPr>
        <p:spPr>
          <a:xfrm>
            <a:off x="713100" y="2405677"/>
            <a:ext cx="7717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DESKRIPSI </a:t>
            </a:r>
            <a:r>
              <a:rPr lang="en">
                <a:solidFill>
                  <a:schemeClr val="accent2"/>
                </a:solidFill>
              </a:rPr>
              <a:t>MA</a:t>
            </a:r>
            <a:r>
              <a:rPr lang="en-ID">
                <a:solidFill>
                  <a:schemeClr val="accent2"/>
                </a:solidFill>
              </a:rPr>
              <a:t>SALAH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885" name="Google Shape;2885;p38"/>
          <p:cNvSpPr txBox="1">
            <a:spLocks noGrp="1"/>
          </p:cNvSpPr>
          <p:nvPr>
            <p:ph type="title" idx="2"/>
          </p:nvPr>
        </p:nvSpPr>
        <p:spPr>
          <a:xfrm>
            <a:off x="3132450" y="1484973"/>
            <a:ext cx="2879100" cy="92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2886" name="Google Shape;2886;p38"/>
          <p:cNvGrpSpPr/>
          <p:nvPr/>
        </p:nvGrpSpPr>
        <p:grpSpPr>
          <a:xfrm rot="-5400000">
            <a:off x="2746096" y="55862"/>
            <a:ext cx="1823016" cy="296643"/>
            <a:chOff x="7857346" y="3902355"/>
            <a:chExt cx="1823016" cy="296643"/>
          </a:xfrm>
        </p:grpSpPr>
        <p:sp>
          <p:nvSpPr>
            <p:cNvPr id="2887" name="Google Shape;2887;p3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38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38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3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3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38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9" name="Google Shape;2899;p38"/>
          <p:cNvGrpSpPr/>
          <p:nvPr/>
        </p:nvGrpSpPr>
        <p:grpSpPr>
          <a:xfrm>
            <a:off x="86651" y="4776394"/>
            <a:ext cx="1252897" cy="51000"/>
            <a:chOff x="2915381" y="4104819"/>
            <a:chExt cx="1252897" cy="51000"/>
          </a:xfrm>
        </p:grpSpPr>
        <p:sp>
          <p:nvSpPr>
            <p:cNvPr id="2900" name="Google Shape;2900;p38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38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38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38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38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38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38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38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38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38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38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38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38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38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14" name="Google Shape;2914;p38"/>
          <p:cNvGrpSpPr/>
          <p:nvPr/>
        </p:nvGrpSpPr>
        <p:grpSpPr>
          <a:xfrm>
            <a:off x="8123220" y="154749"/>
            <a:ext cx="1105976" cy="133969"/>
            <a:chOff x="8183182" y="663852"/>
            <a:chExt cx="1475028" cy="178673"/>
          </a:xfrm>
        </p:grpSpPr>
        <p:grpSp>
          <p:nvGrpSpPr>
            <p:cNvPr id="2915" name="Google Shape;2915;p38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916" name="Google Shape;2916;p3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Google Shape;2917;p3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Google Shape;2918;p3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Google Shape;2919;p3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Google Shape;2920;p3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Google Shape;2921;p3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Google Shape;2922;p3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Google Shape;2923;p3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Google Shape;2924;p3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Google Shape;2925;p3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26" name="Google Shape;2926;p38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27" name="Google Shape;2927;p3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Google Shape;2928;p3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Google Shape;2929;p3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Google Shape;2930;p3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Google Shape;2931;p3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Google Shape;2932;p3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Google Shape;2933;p3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Google Shape;2934;p3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Google Shape;2935;p3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3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53434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6" name="Google Shape;2726;p34"/>
          <p:cNvGrpSpPr/>
          <p:nvPr/>
        </p:nvGrpSpPr>
        <p:grpSpPr>
          <a:xfrm>
            <a:off x="6509269" y="365047"/>
            <a:ext cx="1165202" cy="348771"/>
            <a:chOff x="2300350" y="2601250"/>
            <a:chExt cx="2275275" cy="623625"/>
          </a:xfrm>
        </p:grpSpPr>
        <p:sp>
          <p:nvSpPr>
            <p:cNvPr id="2727" name="Google Shape;2727;p3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3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3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3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3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3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B14A10-E881-40B4-904A-404A18710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020" y="1340342"/>
            <a:ext cx="7763520" cy="3416400"/>
          </a:xfrm>
        </p:spPr>
        <p:txBody>
          <a:bodyPr/>
          <a:lstStyle/>
          <a:p>
            <a:pPr marL="152400" indent="0" algn="just">
              <a:buNone/>
            </a:pPr>
            <a:r>
              <a:rPr lang="en-US" sz="1400" b="1" dirty="0"/>
              <a:t>	</a:t>
            </a:r>
            <a:r>
              <a:rPr lang="id-ID" sz="1400" b="1" dirty="0"/>
              <a:t>Dalam kehidupan di era modern ini, internet telah menjadi bagian penting dalam kehidupan manusia. Seluruh teknologi memanfaatkan internet dalam penggunaannya. Namun, dalam memanfaatkan internet, dibutuhkan juga sebuah alat yaitu </a:t>
            </a:r>
            <a:r>
              <a:rPr lang="id-ID" sz="1400" b="1" i="1" dirty="0"/>
              <a:t>router</a:t>
            </a:r>
            <a:r>
              <a:rPr lang="id-ID" sz="1400" b="1" dirty="0"/>
              <a:t> yang berfungsi sebagai sumber sinyal yang menghubungkan antara sumber internet pusat dengan </a:t>
            </a:r>
            <a:r>
              <a:rPr lang="id-ID" sz="1400" b="1" i="1" dirty="0"/>
              <a:t>device</a:t>
            </a:r>
            <a:r>
              <a:rPr lang="id-ID" sz="1400" b="1" dirty="0"/>
              <a:t> yang akan dipergunakan. Dalam proses penghubungan antara sumber sinyal internet dengan </a:t>
            </a:r>
            <a:r>
              <a:rPr lang="id-ID" sz="1400" b="1" i="1" dirty="0"/>
              <a:t>device</a:t>
            </a:r>
            <a:r>
              <a:rPr lang="id-ID" sz="1400" b="1" dirty="0"/>
              <a:t>, sering terdapat berbagai hambatan, baik faktor internal seperti keadaan sumber internet pusat yang terkadang mengalami </a:t>
            </a:r>
            <a:r>
              <a:rPr lang="id-ID" sz="1400" b="1" i="1" dirty="0"/>
              <a:t>error</a:t>
            </a:r>
            <a:r>
              <a:rPr lang="id-ID" sz="1400" b="1" dirty="0"/>
              <a:t>, maupun faktor eksternal seperti adanya penghalang antara </a:t>
            </a:r>
            <a:r>
              <a:rPr lang="id-ID" sz="1400" b="1" i="1" dirty="0"/>
              <a:t>router</a:t>
            </a:r>
            <a:r>
              <a:rPr lang="id-ID" sz="1400" b="1" dirty="0"/>
              <a:t> dengan </a:t>
            </a:r>
            <a:r>
              <a:rPr lang="id-ID" sz="1400" b="1" i="1" dirty="0"/>
              <a:t>device.</a:t>
            </a:r>
            <a:r>
              <a:rPr lang="id-ID" sz="1400" b="1" dirty="0"/>
              <a:t> Oleh karena itu, kelompok kami akan melakukan pemetaan pada kondisi Network Routing yang berfungsi untuk mendapatkan kondisi jaringan yang paling maksimal dari setiap </a:t>
            </a:r>
            <a:r>
              <a:rPr lang="id-ID" sz="1400" b="1" i="1" dirty="0"/>
              <a:t>router</a:t>
            </a:r>
            <a:r>
              <a:rPr lang="id-ID" sz="1400" b="1" dirty="0"/>
              <a:t> yang ada.</a:t>
            </a:r>
            <a:endParaRPr lang="en-US" sz="1400" b="1" dirty="0"/>
          </a:p>
          <a:p>
            <a:pPr marL="152400" indent="0" algn="just">
              <a:buNone/>
            </a:pPr>
            <a:r>
              <a:rPr lang="en-US" sz="1400" b="1" dirty="0"/>
              <a:t>	U</a:t>
            </a:r>
            <a:r>
              <a:rPr lang="id-ID" sz="1400" b="1" dirty="0"/>
              <a:t>ntuk proses pemetaan ini, kelompok kami akan memanfaatkan algoritma Dijkstra untuk mencaru rute jaringan.</a:t>
            </a:r>
            <a:r>
              <a:rPr lang="id-ID" sz="1400" b="1" i="1" dirty="0"/>
              <a:t> Adapun rancangan </a:t>
            </a:r>
            <a:r>
              <a:rPr lang="id-ID" sz="1400" b="1" dirty="0"/>
              <a:t>peta route network pada Institut Teknologi Bandung kampus Jatinangor seperti gambar di bawah ini dan dicari rute tercepat dalam mengirimkan </a:t>
            </a:r>
            <a:r>
              <a:rPr lang="id-ID" sz="1400" b="1" i="1" dirty="0"/>
              <a:t>packet </a:t>
            </a:r>
            <a:r>
              <a:rPr lang="id-ID" sz="1400" b="1" dirty="0"/>
              <a:t>menuju </a:t>
            </a:r>
            <a:r>
              <a:rPr lang="id-ID" sz="1400" b="1" i="1" dirty="0"/>
              <a:t>user</a:t>
            </a:r>
            <a:r>
              <a:rPr lang="id-ID" sz="1400" b="1" dirty="0"/>
              <a:t>.</a:t>
            </a:r>
            <a:endParaRPr lang="en-ID" sz="1400" b="1" dirty="0"/>
          </a:p>
          <a:p>
            <a:endParaRPr lang="en-ID" sz="1400" b="1" dirty="0"/>
          </a:p>
        </p:txBody>
      </p:sp>
      <p:sp>
        <p:nvSpPr>
          <p:cNvPr id="18" name="Google Shape;2724;p34">
            <a:extLst>
              <a:ext uri="{FF2B5EF4-FFF2-40B4-BE49-F238E27FC236}">
                <a16:creationId xmlns:a16="http://schemas.microsoft.com/office/drawing/2014/main" id="{44EB8F51-976A-4713-B326-F13020CF34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6420" y="640179"/>
            <a:ext cx="75654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01 </a:t>
            </a:r>
            <a:r>
              <a:rPr lang="en-US" sz="2200" dirty="0" err="1">
                <a:solidFill>
                  <a:schemeClr val="accent2"/>
                </a:solidFill>
              </a:rPr>
              <a:t>Deskripsi</a:t>
            </a:r>
            <a:r>
              <a:rPr lang="en-US" sz="2200" dirty="0">
                <a:solidFill>
                  <a:schemeClr val="accent2"/>
                </a:solidFill>
              </a:rPr>
              <a:t> </a:t>
            </a:r>
            <a:r>
              <a:rPr lang="en-US" sz="2200" dirty="0" err="1">
                <a:solidFill>
                  <a:schemeClr val="accent2"/>
                </a:solidFill>
              </a:rPr>
              <a:t>Masalah</a:t>
            </a:r>
            <a:endParaRPr lang="en-US" sz="22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4" name="Google Shape;2724;p34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400"/>
              <a:t>PETA AREA ROUTER </a:t>
            </a:r>
            <a:r>
              <a:rPr lang="en" sz="2400">
                <a:solidFill>
                  <a:schemeClr val="accent2"/>
                </a:solidFill>
              </a:rPr>
              <a:t>ITB JATINANGOR</a:t>
            </a:r>
            <a:endParaRPr sz="2400">
              <a:solidFill>
                <a:schemeClr val="accent2"/>
              </a:solidFill>
            </a:endParaRPr>
          </a:p>
        </p:txBody>
      </p:sp>
      <p:grpSp>
        <p:nvGrpSpPr>
          <p:cNvPr id="2726" name="Google Shape;2726;p34"/>
          <p:cNvGrpSpPr/>
          <p:nvPr/>
        </p:nvGrpSpPr>
        <p:grpSpPr>
          <a:xfrm>
            <a:off x="7469389" y="704704"/>
            <a:ext cx="883262" cy="242091"/>
            <a:chOff x="2300350" y="2601250"/>
            <a:chExt cx="2275275" cy="623625"/>
          </a:xfrm>
        </p:grpSpPr>
        <p:sp>
          <p:nvSpPr>
            <p:cNvPr id="2727" name="Google Shape;2727;p3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3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3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3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3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3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" name="Picture 13" descr="Map&#10;&#10;Description automatically generated">
            <a:extLst>
              <a:ext uri="{FF2B5EF4-FFF2-40B4-BE49-F238E27FC236}">
                <a16:creationId xmlns:a16="http://schemas.microsoft.com/office/drawing/2014/main" id="{C0BA6C46-A62F-45BB-B6D1-36BC8984E4B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7957" y="1280160"/>
            <a:ext cx="4810363" cy="323088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70465A-0C10-80C4-EE94-07795A97C978}"/>
              </a:ext>
            </a:extLst>
          </p:cNvPr>
          <p:cNvSpPr txBox="1"/>
          <p:nvPr/>
        </p:nvSpPr>
        <p:spPr>
          <a:xfrm>
            <a:off x="1775460" y="4521978"/>
            <a:ext cx="538734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Gambar 1.1 </a:t>
            </a:r>
            <a:r>
              <a:rPr lang="en-US" dirty="0" err="1">
                <a:solidFill>
                  <a:schemeClr val="bg1"/>
                </a:solidFill>
              </a:rPr>
              <a:t>Sumber</a:t>
            </a:r>
            <a:r>
              <a:rPr lang="en-US" dirty="0">
                <a:solidFill>
                  <a:schemeClr val="bg1"/>
                </a:solidFill>
              </a:rPr>
              <a:t>: </a:t>
            </a:r>
            <a:r>
              <a:rPr lang="en-AU" dirty="0">
                <a:hlinkClick r:id="rId4"/>
              </a:rPr>
              <a:t>https://jatinangor.itb.ac.id/en/akses-internet/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9003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3" name="Google Shape;2883;p38"/>
          <p:cNvSpPr txBox="1">
            <a:spLocks noGrp="1"/>
          </p:cNvSpPr>
          <p:nvPr>
            <p:ph type="title"/>
          </p:nvPr>
        </p:nvSpPr>
        <p:spPr>
          <a:xfrm>
            <a:off x="713100" y="2405677"/>
            <a:ext cx="7717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r>
              <a:rPr lang="en-ID"/>
              <a:t>LGORITMA</a:t>
            </a:r>
            <a:r>
              <a:rPr lang="en"/>
              <a:t> </a:t>
            </a:r>
            <a:r>
              <a:rPr lang="en">
                <a:solidFill>
                  <a:schemeClr val="accent2"/>
                </a:solidFill>
              </a:rPr>
              <a:t>DIJKSTRA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885" name="Google Shape;2885;p38"/>
          <p:cNvSpPr txBox="1">
            <a:spLocks noGrp="1"/>
          </p:cNvSpPr>
          <p:nvPr>
            <p:ph type="title" idx="2"/>
          </p:nvPr>
        </p:nvSpPr>
        <p:spPr>
          <a:xfrm>
            <a:off x="3132450" y="1484973"/>
            <a:ext cx="2879100" cy="92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2886" name="Google Shape;2886;p38"/>
          <p:cNvGrpSpPr/>
          <p:nvPr/>
        </p:nvGrpSpPr>
        <p:grpSpPr>
          <a:xfrm rot="-5400000">
            <a:off x="2746096" y="55862"/>
            <a:ext cx="1823016" cy="296643"/>
            <a:chOff x="7857346" y="3902355"/>
            <a:chExt cx="1823016" cy="296643"/>
          </a:xfrm>
        </p:grpSpPr>
        <p:sp>
          <p:nvSpPr>
            <p:cNvPr id="2887" name="Google Shape;2887;p3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38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38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3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3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38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3" name="Google Shape;2893;p38"/>
          <p:cNvGrpSpPr/>
          <p:nvPr/>
        </p:nvGrpSpPr>
        <p:grpSpPr>
          <a:xfrm rot="5400000">
            <a:off x="1639375" y="1028400"/>
            <a:ext cx="98902" cy="553090"/>
            <a:chOff x="4898850" y="4820550"/>
            <a:chExt cx="98902" cy="553090"/>
          </a:xfrm>
        </p:grpSpPr>
        <p:sp>
          <p:nvSpPr>
            <p:cNvPr id="2894" name="Google Shape;2894;p3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3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3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3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3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9" name="Google Shape;2899;p38"/>
          <p:cNvGrpSpPr/>
          <p:nvPr/>
        </p:nvGrpSpPr>
        <p:grpSpPr>
          <a:xfrm>
            <a:off x="1609176" y="4434219"/>
            <a:ext cx="1252897" cy="51000"/>
            <a:chOff x="2915381" y="4104819"/>
            <a:chExt cx="1252897" cy="51000"/>
          </a:xfrm>
        </p:grpSpPr>
        <p:sp>
          <p:nvSpPr>
            <p:cNvPr id="2900" name="Google Shape;2900;p38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38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38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38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38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38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38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38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38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38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38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38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38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38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14" name="Google Shape;2914;p38"/>
          <p:cNvGrpSpPr/>
          <p:nvPr/>
        </p:nvGrpSpPr>
        <p:grpSpPr>
          <a:xfrm>
            <a:off x="5495767" y="691791"/>
            <a:ext cx="1105976" cy="133969"/>
            <a:chOff x="8183182" y="663852"/>
            <a:chExt cx="1475028" cy="178673"/>
          </a:xfrm>
        </p:grpSpPr>
        <p:grpSp>
          <p:nvGrpSpPr>
            <p:cNvPr id="2915" name="Google Shape;2915;p38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916" name="Google Shape;2916;p3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Google Shape;2917;p3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Google Shape;2918;p3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Google Shape;2919;p3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Google Shape;2920;p3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Google Shape;2921;p3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Google Shape;2922;p3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Google Shape;2923;p3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Google Shape;2924;p3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Google Shape;2925;p3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26" name="Google Shape;2926;p38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27" name="Google Shape;2927;p3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Google Shape;2928;p3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Google Shape;2929;p3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Google Shape;2930;p3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Google Shape;2931;p3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Google Shape;2932;p3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Google Shape;2933;p3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Google Shape;2934;p3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Google Shape;2935;p3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3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37" name="Google Shape;2937;p38"/>
          <p:cNvGrpSpPr/>
          <p:nvPr/>
        </p:nvGrpSpPr>
        <p:grpSpPr>
          <a:xfrm rot="5400000">
            <a:off x="5968600" y="4273462"/>
            <a:ext cx="98902" cy="553090"/>
            <a:chOff x="4898850" y="4820550"/>
            <a:chExt cx="98902" cy="553090"/>
          </a:xfrm>
        </p:grpSpPr>
        <p:sp>
          <p:nvSpPr>
            <p:cNvPr id="2938" name="Google Shape;2938;p3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3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3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3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3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05382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6" name="Google Shape;2726;p34"/>
          <p:cNvGrpSpPr/>
          <p:nvPr/>
        </p:nvGrpSpPr>
        <p:grpSpPr>
          <a:xfrm>
            <a:off x="7126489" y="852727"/>
            <a:ext cx="883262" cy="242091"/>
            <a:chOff x="2300350" y="2601250"/>
            <a:chExt cx="2275275" cy="623625"/>
          </a:xfrm>
        </p:grpSpPr>
        <p:sp>
          <p:nvSpPr>
            <p:cNvPr id="2727" name="Google Shape;2727;p3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3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3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3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3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3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B14A10-E881-40B4-904A-404A18710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100" y="1187700"/>
            <a:ext cx="7717800" cy="3416400"/>
          </a:xfrm>
        </p:spPr>
        <p:txBody>
          <a:bodyPr/>
          <a:lstStyle/>
          <a:p>
            <a:pPr marL="152400" indent="0" algn="just">
              <a:buNone/>
            </a:pPr>
            <a:r>
              <a:rPr lang="id-ID" sz="1400" b="1"/>
              <a:t>Algoritma </a:t>
            </a:r>
            <a:r>
              <a:rPr lang="id-ID" sz="1400" b="1" err="1"/>
              <a:t>Dijkstra</a:t>
            </a:r>
            <a:r>
              <a:rPr lang="id-ID" sz="1400" b="1"/>
              <a:t> merupakan salah satu algoritma yang digunakan untuk mendapatkan rute terpendek. </a:t>
            </a:r>
            <a:r>
              <a:rPr lang="en-US" sz="1400" b="1"/>
              <a:t>Cara </a:t>
            </a:r>
            <a:r>
              <a:rPr lang="en-US" sz="1400" b="1" err="1"/>
              <a:t>kerja</a:t>
            </a:r>
            <a:r>
              <a:rPr lang="en-US" sz="1400" b="1"/>
              <a:t> </a:t>
            </a:r>
            <a:r>
              <a:rPr lang="en-US" sz="1400" b="1" err="1"/>
              <a:t>algoritma</a:t>
            </a:r>
            <a:r>
              <a:rPr lang="en-US" sz="1400" b="1"/>
              <a:t> </a:t>
            </a:r>
            <a:r>
              <a:rPr lang="en-US" sz="1400" b="1" err="1"/>
              <a:t>i</a:t>
            </a:r>
            <a:r>
              <a:rPr lang="id-ID" sz="1400" b="1" err="1"/>
              <a:t>ni</a:t>
            </a:r>
            <a:r>
              <a:rPr lang="id-ID" sz="1400" b="1"/>
              <a:t> dimulai d</a:t>
            </a:r>
            <a:r>
              <a:rPr lang="en-US" sz="1400" b="1" err="1"/>
              <a:t>ari</a:t>
            </a:r>
            <a:r>
              <a:rPr lang="en-US" sz="1400" b="1"/>
              <a:t> proses </a:t>
            </a:r>
            <a:r>
              <a:rPr lang="en-US" sz="1400" b="1" err="1"/>
              <a:t>pengecekan</a:t>
            </a:r>
            <a:r>
              <a:rPr lang="id-ID" sz="1400" b="1"/>
              <a:t> jarak yang diketahui saat ini dari </a:t>
            </a:r>
            <a:r>
              <a:rPr lang="id-ID" sz="1400" b="1" err="1"/>
              <a:t>node</a:t>
            </a:r>
            <a:r>
              <a:rPr lang="id-ID" sz="1400" b="1"/>
              <a:t> sumber ke </a:t>
            </a:r>
            <a:r>
              <a:rPr lang="id-ID" sz="1400" b="1" err="1"/>
              <a:t>node</a:t>
            </a:r>
            <a:r>
              <a:rPr lang="id-ID" sz="1400" b="1"/>
              <a:t> lainnya dan secara dinamis memperbarui nilai</a:t>
            </a:r>
            <a:r>
              <a:rPr lang="en-US" sz="1400" b="1"/>
              <a:t> </a:t>
            </a:r>
            <a:r>
              <a:rPr lang="en-US" sz="1400" b="1" err="1"/>
              <a:t>beban</a:t>
            </a:r>
            <a:r>
              <a:rPr lang="id-ID" sz="1400" b="1"/>
              <a:t> jika jalur yang lebih pendek ditemukan. . Salah satu penerapan algoritma </a:t>
            </a:r>
            <a:r>
              <a:rPr lang="id-ID" sz="1400" b="1" err="1"/>
              <a:t>Dijkstra</a:t>
            </a:r>
            <a:r>
              <a:rPr lang="id-ID" sz="1400" b="1"/>
              <a:t> adalah Network </a:t>
            </a:r>
            <a:r>
              <a:rPr lang="id-ID" sz="1400" b="1" err="1"/>
              <a:t>Routing</a:t>
            </a:r>
            <a:r>
              <a:rPr lang="id-ID" sz="1400" b="1"/>
              <a:t>.</a:t>
            </a:r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>
              <a:buNone/>
            </a:pPr>
            <a:endParaRPr lang="en-ID" sz="1400" b="1"/>
          </a:p>
        </p:txBody>
      </p:sp>
      <p:sp>
        <p:nvSpPr>
          <p:cNvPr id="18" name="Google Shape;2724;p34">
            <a:extLst>
              <a:ext uri="{FF2B5EF4-FFF2-40B4-BE49-F238E27FC236}">
                <a16:creationId xmlns:a16="http://schemas.microsoft.com/office/drawing/2014/main" id="{44EB8F51-976A-4713-B326-F13020CF34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1700" y="56988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>
                <a:solidFill>
                  <a:srgbClr val="FFFFFF"/>
                </a:solidFill>
              </a:rPr>
              <a:t>02 </a:t>
            </a:r>
            <a:r>
              <a:rPr lang="en-US" sz="2000" err="1">
                <a:solidFill>
                  <a:schemeClr val="accent2"/>
                </a:solidFill>
              </a:rPr>
              <a:t>Algoritma</a:t>
            </a:r>
            <a:r>
              <a:rPr lang="en-US" sz="2000">
                <a:solidFill>
                  <a:schemeClr val="accent2"/>
                </a:solidFill>
              </a:rPr>
              <a:t> </a:t>
            </a:r>
            <a:r>
              <a:rPr lang="en-US" sz="2000" err="1">
                <a:solidFill>
                  <a:schemeClr val="accent2"/>
                </a:solidFill>
              </a:rPr>
              <a:t>Djikstra</a:t>
            </a:r>
            <a:endParaRPr lang="en-US" sz="2000">
              <a:solidFill>
                <a:schemeClr val="accent2"/>
              </a:solidFill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97522869-30F2-C2B2-930C-96A5B18BA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15" y="2324913"/>
            <a:ext cx="2743200" cy="1568358"/>
          </a:xfrm>
          <a:prstGeom prst="rect">
            <a:avLst/>
          </a:prstGeom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7E0F40-E9C6-7318-579D-B620D5239F6B}"/>
              </a:ext>
            </a:extLst>
          </p:cNvPr>
          <p:cNvSpPr txBox="1">
            <a:spLocks/>
          </p:cNvSpPr>
          <p:nvPr/>
        </p:nvSpPr>
        <p:spPr>
          <a:xfrm>
            <a:off x="3616320" y="2188624"/>
            <a:ext cx="4814580" cy="2098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PT Sans"/>
              <a:buAutoNum type="arabicPeriod"/>
              <a:defRPr sz="12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152400" indent="0" algn="just">
              <a:buNone/>
            </a:pPr>
            <a:r>
              <a:rPr lang="id-ID" sz="1400" b="1" dirty="0">
                <a:solidFill>
                  <a:schemeClr val="bg1"/>
                </a:solidFill>
              </a:rPr>
              <a:t>Cara kerja algoritma Dijkstra, seperti yang tampak pada gambar 2.1 sebagai berikut :</a:t>
            </a:r>
          </a:p>
          <a:p>
            <a:pPr marL="152400" indent="0" algn="just">
              <a:buNone/>
            </a:pPr>
            <a:r>
              <a:rPr lang="id-ID" sz="1400" b="1" dirty="0">
                <a:solidFill>
                  <a:schemeClr val="bg1"/>
                </a:solidFill>
              </a:rPr>
              <a:t>1.   Penentuan simpul awal dan akhir.</a:t>
            </a:r>
          </a:p>
          <a:p>
            <a:pPr marL="152400" indent="0" algn="just">
              <a:buNone/>
            </a:pPr>
            <a:r>
              <a:rPr lang="id-ID" sz="1400" b="1" dirty="0">
                <a:solidFill>
                  <a:schemeClr val="bg1"/>
                </a:solidFill>
              </a:rPr>
              <a:t>2.   Pemberian nilai pada simpul dan garis sisi</a:t>
            </a:r>
            <a:endParaRPr lang="id-ID" dirty="0">
              <a:solidFill>
                <a:schemeClr val="bg1"/>
              </a:solidFill>
            </a:endParaRPr>
          </a:p>
          <a:p>
            <a:pPr marL="152400" indent="0" algn="just">
              <a:buNone/>
            </a:pPr>
            <a:r>
              <a:rPr lang="id-ID" sz="1400" b="1" dirty="0">
                <a:solidFill>
                  <a:schemeClr val="bg1"/>
                </a:solidFill>
              </a:rPr>
              <a:t>3. Perhitungan jarak antar simpul dan diambil jarak terpendek</a:t>
            </a:r>
            <a:endParaRPr lang="id-ID" dirty="0">
              <a:solidFill>
                <a:schemeClr val="bg1"/>
              </a:solidFill>
            </a:endParaRPr>
          </a:p>
          <a:p>
            <a:pPr marL="152400" indent="0" algn="just">
              <a:buNone/>
            </a:pPr>
            <a:r>
              <a:rPr lang="id-ID" sz="1400" b="1" dirty="0">
                <a:solidFill>
                  <a:schemeClr val="bg1"/>
                </a:solidFill>
              </a:rPr>
              <a:t>4. Pengecekan jarak secara berulang (loop) dan menyimpan jarak terpendek hingga mencapai simpul akhir.</a:t>
            </a:r>
            <a:endParaRPr lang="id-ID" sz="1400" b="1" dirty="0"/>
          </a:p>
          <a:p>
            <a:pPr marL="152400" indent="0" algn="just">
              <a:buFont typeface="PT Sans"/>
              <a:buNone/>
            </a:pPr>
            <a:endParaRPr lang="id-ID" sz="1400" b="1" dirty="0"/>
          </a:p>
          <a:p>
            <a:pPr marL="152400" indent="0" algn="just">
              <a:buFont typeface="PT Sans"/>
              <a:buNone/>
            </a:pPr>
            <a:endParaRPr lang="id-ID" sz="1400" b="1" dirty="0"/>
          </a:p>
          <a:p>
            <a:pPr marL="152400" indent="0" algn="just">
              <a:buFont typeface="PT Sans"/>
              <a:buNone/>
            </a:pPr>
            <a:endParaRPr lang="id-ID" sz="1400" b="1" dirty="0"/>
          </a:p>
          <a:p>
            <a:pPr marL="152400" indent="0" algn="just">
              <a:buFont typeface="PT Sans"/>
              <a:buNone/>
            </a:pPr>
            <a:endParaRPr lang="id-ID" sz="1400" b="1" dirty="0"/>
          </a:p>
          <a:p>
            <a:pPr marL="152400" indent="0" algn="just">
              <a:buFont typeface="PT Sans"/>
              <a:buNone/>
            </a:pPr>
            <a:endParaRPr lang="id-ID" sz="1400" b="1" dirty="0"/>
          </a:p>
          <a:p>
            <a:pPr marL="152400" indent="0" algn="just">
              <a:buFont typeface="PT Sans"/>
              <a:buNone/>
            </a:pPr>
            <a:endParaRPr lang="id-ID" sz="1400" b="1" dirty="0"/>
          </a:p>
          <a:p>
            <a:pPr marL="152400" indent="0" algn="just">
              <a:buFont typeface="PT Sans"/>
              <a:buNone/>
            </a:pPr>
            <a:endParaRPr lang="id-ID" sz="1400" b="1" dirty="0"/>
          </a:p>
          <a:p>
            <a:pPr marL="152400" indent="0" algn="just">
              <a:buFont typeface="PT Sans"/>
              <a:buNone/>
            </a:pPr>
            <a:endParaRPr lang="id-ID" sz="1400" b="1" dirty="0"/>
          </a:p>
          <a:p>
            <a:pPr marL="152400" indent="0" algn="just">
              <a:buFont typeface="PT Sans"/>
              <a:buNone/>
            </a:pPr>
            <a:endParaRPr lang="id-ID" sz="1400" b="1" dirty="0"/>
          </a:p>
          <a:p>
            <a:pPr marL="152400" indent="0" algn="just">
              <a:buFont typeface="PT Sans"/>
              <a:buNone/>
            </a:pPr>
            <a:endParaRPr lang="id-ID" sz="1400" b="1" dirty="0"/>
          </a:p>
          <a:p>
            <a:pPr marL="152400" indent="0" algn="just">
              <a:buFont typeface="PT Sans"/>
              <a:buNone/>
            </a:pPr>
            <a:endParaRPr lang="id-ID" sz="1400" b="1" dirty="0"/>
          </a:p>
          <a:p>
            <a:pPr marL="152400" indent="0" algn="just">
              <a:buFont typeface="PT Sans"/>
              <a:buNone/>
            </a:pPr>
            <a:endParaRPr lang="id-ID" sz="1400" b="1" dirty="0"/>
          </a:p>
          <a:p>
            <a:pPr marL="152400" indent="0" algn="just">
              <a:buFont typeface="PT Sans"/>
              <a:buNone/>
            </a:pPr>
            <a:endParaRPr lang="id-ID" sz="1400" b="1" dirty="0"/>
          </a:p>
          <a:p>
            <a:pPr marL="152400" indent="0" algn="just">
              <a:buFont typeface="PT Sans"/>
              <a:buNone/>
            </a:pPr>
            <a:endParaRPr lang="id-ID" sz="1400" b="1" dirty="0"/>
          </a:p>
          <a:p>
            <a:pPr marL="152400" indent="0" algn="just">
              <a:buFont typeface="PT Sans"/>
              <a:buNone/>
            </a:pPr>
            <a:endParaRPr lang="id-ID" sz="1400" b="1" dirty="0"/>
          </a:p>
          <a:p>
            <a:pPr marL="152400" indent="0" algn="just">
              <a:buFont typeface="PT Sans"/>
              <a:buNone/>
            </a:pPr>
            <a:endParaRPr lang="id-ID" sz="1400" b="1" dirty="0"/>
          </a:p>
          <a:p>
            <a:pPr marL="152400" indent="0" algn="just">
              <a:buFont typeface="PT Sans"/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>
              <a:buNone/>
            </a:pPr>
            <a:endParaRPr lang="en-ID" sz="1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ED4D81-78DB-ABB5-C311-51DBF3592757}"/>
              </a:ext>
            </a:extLst>
          </p:cNvPr>
          <p:cNvSpPr txBox="1"/>
          <p:nvPr/>
        </p:nvSpPr>
        <p:spPr>
          <a:xfrm>
            <a:off x="944880" y="4025202"/>
            <a:ext cx="2766635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Gambar 2.1 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Sumber</a:t>
            </a:r>
            <a:r>
              <a:rPr lang="en-US" sz="1100" dirty="0">
                <a:solidFill>
                  <a:schemeClr val="bg1"/>
                </a:solidFill>
              </a:rPr>
              <a:t>: </a:t>
            </a:r>
            <a:r>
              <a:rPr lang="en-AU" sz="1100" dirty="0">
                <a:hlinkClick r:id="rId4"/>
              </a:rPr>
              <a:t>https://www.cs.usfca.edu/~srollins/courses/cs336/web/slides/routing_algorithms.pdf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200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3" name="Google Shape;2883;p38"/>
          <p:cNvSpPr txBox="1">
            <a:spLocks noGrp="1"/>
          </p:cNvSpPr>
          <p:nvPr>
            <p:ph type="title"/>
          </p:nvPr>
        </p:nvSpPr>
        <p:spPr>
          <a:xfrm>
            <a:off x="713100" y="2405677"/>
            <a:ext cx="7717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METODOLOGI</a:t>
            </a:r>
          </a:p>
        </p:txBody>
      </p:sp>
      <p:sp>
        <p:nvSpPr>
          <p:cNvPr id="2885" name="Google Shape;2885;p38"/>
          <p:cNvSpPr txBox="1">
            <a:spLocks noGrp="1"/>
          </p:cNvSpPr>
          <p:nvPr>
            <p:ph type="title" idx="2"/>
          </p:nvPr>
        </p:nvSpPr>
        <p:spPr>
          <a:xfrm>
            <a:off x="3132450" y="1484973"/>
            <a:ext cx="2879100" cy="92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2886" name="Google Shape;2886;p38"/>
          <p:cNvGrpSpPr/>
          <p:nvPr/>
        </p:nvGrpSpPr>
        <p:grpSpPr>
          <a:xfrm rot="-5400000">
            <a:off x="2746096" y="55862"/>
            <a:ext cx="1823016" cy="296643"/>
            <a:chOff x="7857346" y="3902355"/>
            <a:chExt cx="1823016" cy="296643"/>
          </a:xfrm>
        </p:grpSpPr>
        <p:sp>
          <p:nvSpPr>
            <p:cNvPr id="2887" name="Google Shape;2887;p3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38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38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3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3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38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9141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6" name="Google Shape;2726;p34"/>
          <p:cNvGrpSpPr/>
          <p:nvPr/>
        </p:nvGrpSpPr>
        <p:grpSpPr>
          <a:xfrm>
            <a:off x="7126489" y="852727"/>
            <a:ext cx="883262" cy="242091"/>
            <a:chOff x="2300350" y="2601250"/>
            <a:chExt cx="2275275" cy="623625"/>
          </a:xfrm>
        </p:grpSpPr>
        <p:sp>
          <p:nvSpPr>
            <p:cNvPr id="2727" name="Google Shape;2727;p3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3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3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3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3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3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B14A10-E881-40B4-904A-404A18710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620" y="974340"/>
            <a:ext cx="7717800" cy="3416400"/>
          </a:xfrm>
        </p:spPr>
        <p:txBody>
          <a:bodyPr/>
          <a:lstStyle/>
          <a:p>
            <a:pPr marL="152400" indent="0" algn="just">
              <a:buNone/>
            </a:pPr>
            <a:r>
              <a:rPr lang="id-ID" sz="1400" b="1" dirty="0"/>
              <a:t>Metodologi diawali dengan penggambaran peta ITB Jatinangor dengan posisi router. Router-router dianggap menjadi node dan kemudian dihubungkan dengan edge yang memiliki cost tersendiri seperti pada gambar 3.1.</a:t>
            </a:r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>
              <a:buNone/>
            </a:pPr>
            <a:endParaRPr lang="en-ID" sz="1400" b="1" dirty="0"/>
          </a:p>
        </p:txBody>
      </p:sp>
      <p:sp>
        <p:nvSpPr>
          <p:cNvPr id="18" name="Google Shape;2724;p34">
            <a:extLst>
              <a:ext uri="{FF2B5EF4-FFF2-40B4-BE49-F238E27FC236}">
                <a16:creationId xmlns:a16="http://schemas.microsoft.com/office/drawing/2014/main" id="{44EB8F51-976A-4713-B326-F13020CF34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1700" y="56988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>
                <a:solidFill>
                  <a:srgbClr val="FFFFFF"/>
                </a:solidFill>
              </a:rPr>
              <a:t>03 </a:t>
            </a:r>
            <a:r>
              <a:rPr lang="en-US" sz="2200" err="1">
                <a:solidFill>
                  <a:schemeClr val="accent2"/>
                </a:solidFill>
              </a:rPr>
              <a:t>Metodologi</a:t>
            </a:r>
            <a:endParaRPr lang="en-US" sz="2200">
              <a:solidFill>
                <a:schemeClr val="accent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E91469-A719-350D-96B6-8ECF46B3CBD9}"/>
              </a:ext>
            </a:extLst>
          </p:cNvPr>
          <p:cNvSpPr txBox="1"/>
          <p:nvPr/>
        </p:nvSpPr>
        <p:spPr>
          <a:xfrm>
            <a:off x="856390" y="4621530"/>
            <a:ext cx="545592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Gambar 3.1 </a:t>
            </a:r>
            <a:r>
              <a:rPr lang="en-US" err="1">
                <a:solidFill>
                  <a:schemeClr val="bg1"/>
                </a:solidFill>
              </a:rPr>
              <a:t>Sumber</a:t>
            </a:r>
            <a:r>
              <a:rPr lang="en-US">
                <a:solidFill>
                  <a:schemeClr val="bg1"/>
                </a:solidFill>
              </a:rPr>
              <a:t>: </a:t>
            </a:r>
            <a:r>
              <a:rPr lang="en-AU">
                <a:hlinkClick r:id="rId3"/>
              </a:rPr>
              <a:t>https://jatinangor.itb.ac.id/en/akses-internet/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F7EF9DC5-08A5-2418-BF9D-38BF1313B2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012" y="1789579"/>
            <a:ext cx="4115686" cy="2775952"/>
          </a:xfrm>
          <a:prstGeom prst="rect">
            <a:avLst/>
          </a:prstGeom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4C36C978-ADDC-4345-D2AB-365270885AEB}"/>
              </a:ext>
            </a:extLst>
          </p:cNvPr>
          <p:cNvSpPr txBox="1">
            <a:spLocks/>
          </p:cNvSpPr>
          <p:nvPr/>
        </p:nvSpPr>
        <p:spPr>
          <a:xfrm>
            <a:off x="5136725" y="1677785"/>
            <a:ext cx="3645940" cy="242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PT Sans"/>
              <a:buAutoNum type="arabicPeriod"/>
              <a:defRPr sz="12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152400" indent="0" algn="just">
              <a:buNone/>
            </a:pPr>
            <a:r>
              <a:rPr lang="id-ID" sz="1400" b="1" dirty="0"/>
              <a:t>Alamat IP user pada device akan dijadikan penanda awal dan tujuan akhir pengiriman paket informasi. Selanjutnya, dilakukan penomoran router dan user menjadi beberapa node.</a:t>
            </a:r>
            <a:endParaRPr lang="en-US" sz="1400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r>
              <a:rPr lang="id-ID" sz="1400" b="1" dirty="0"/>
              <a:t>Selanjutnya dilakukan visualisasi graph </a:t>
            </a:r>
            <a:endParaRPr lang="id-ID" dirty="0"/>
          </a:p>
          <a:p>
            <a:pPr marL="152400" indent="0" algn="just">
              <a:buNone/>
            </a:pPr>
            <a:r>
              <a:rPr lang="id-ID" sz="1400" b="1" dirty="0"/>
              <a:t>gambar 3.1. menggunakan VISUALGO dan</a:t>
            </a:r>
            <a:endParaRPr lang="en-US" sz="1400" b="1" dirty="0"/>
          </a:p>
          <a:p>
            <a:pPr marL="152400" indent="0" algn="just">
              <a:buNone/>
            </a:pPr>
            <a:r>
              <a:rPr lang="id-ID" sz="1400" b="1" dirty="0"/>
              <a:t>pembuatan source code python algoritma</a:t>
            </a:r>
            <a:r>
              <a:rPr lang="en-US" sz="1400" b="1" dirty="0"/>
              <a:t> </a:t>
            </a:r>
            <a:r>
              <a:rPr lang="id-ID" sz="1400" b="1" dirty="0"/>
              <a:t>Dijkstra.</a:t>
            </a:r>
            <a:endParaRPr lang="id-ID" dirty="0"/>
          </a:p>
          <a:p>
            <a:pPr marL="152400" indent="0" algn="just">
              <a:buFont typeface="PT Sans"/>
              <a:buNone/>
            </a:pPr>
            <a:endParaRPr lang="id-ID" sz="1400" b="1" dirty="0"/>
          </a:p>
          <a:p>
            <a:pPr marL="152400" indent="0" algn="just">
              <a:buFont typeface="PT Sans"/>
              <a:buNone/>
            </a:pPr>
            <a:endParaRPr lang="id-ID" sz="1400" b="1" dirty="0"/>
          </a:p>
          <a:p>
            <a:pPr marL="152400" indent="0" algn="just">
              <a:buFont typeface="PT Sans"/>
              <a:buNone/>
            </a:pPr>
            <a:endParaRPr lang="id-ID" sz="1400" b="1" dirty="0"/>
          </a:p>
          <a:p>
            <a:pPr marL="152400" indent="0" algn="just">
              <a:buFont typeface="PT Sans"/>
              <a:buNone/>
            </a:pPr>
            <a:endParaRPr lang="id-ID" sz="1400" b="1" dirty="0"/>
          </a:p>
          <a:p>
            <a:pPr marL="152400" indent="0" algn="just">
              <a:buFont typeface="PT Sans"/>
              <a:buNone/>
            </a:pPr>
            <a:endParaRPr lang="id-ID" sz="1400" b="1" dirty="0"/>
          </a:p>
          <a:p>
            <a:pPr marL="152400" indent="0" algn="just">
              <a:buFont typeface="PT Sans"/>
              <a:buNone/>
            </a:pPr>
            <a:endParaRPr lang="id-ID" sz="1400" b="1" dirty="0"/>
          </a:p>
          <a:p>
            <a:pPr marL="152400" indent="0" algn="just">
              <a:buFont typeface="PT Sans"/>
              <a:buNone/>
            </a:pPr>
            <a:endParaRPr lang="id-ID" sz="1400" b="1" dirty="0"/>
          </a:p>
          <a:p>
            <a:pPr marL="152400" indent="0" algn="just">
              <a:buFont typeface="PT Sans"/>
              <a:buNone/>
            </a:pPr>
            <a:endParaRPr lang="id-ID" sz="1400" b="1" dirty="0"/>
          </a:p>
          <a:p>
            <a:pPr marL="152400" indent="0" algn="just">
              <a:buFont typeface="PT Sans"/>
              <a:buNone/>
            </a:pPr>
            <a:endParaRPr lang="id-ID" sz="1400" b="1" dirty="0"/>
          </a:p>
          <a:p>
            <a:pPr marL="152400" indent="0" algn="just">
              <a:buFont typeface="PT Sans"/>
              <a:buNone/>
            </a:pPr>
            <a:endParaRPr lang="id-ID" sz="1400" b="1" dirty="0"/>
          </a:p>
          <a:p>
            <a:pPr marL="152400" indent="0" algn="just">
              <a:buFont typeface="PT Sans"/>
              <a:buNone/>
            </a:pPr>
            <a:endParaRPr lang="id-ID" sz="1400" b="1" dirty="0"/>
          </a:p>
          <a:p>
            <a:pPr marL="152400" indent="0" algn="just">
              <a:buFont typeface="PT Sans"/>
              <a:buNone/>
            </a:pPr>
            <a:endParaRPr lang="id-ID" sz="1400" b="1" dirty="0"/>
          </a:p>
          <a:p>
            <a:pPr marL="152400" indent="0" algn="just">
              <a:buFont typeface="PT Sans"/>
              <a:buNone/>
            </a:pPr>
            <a:endParaRPr lang="id-ID" sz="1400" b="1" dirty="0"/>
          </a:p>
          <a:p>
            <a:pPr marL="152400" indent="0" algn="just">
              <a:buFont typeface="PT Sans"/>
              <a:buNone/>
            </a:pPr>
            <a:endParaRPr lang="id-ID" sz="1400" b="1" dirty="0"/>
          </a:p>
          <a:p>
            <a:pPr marL="152400" indent="0" algn="just">
              <a:buFont typeface="PT Sans"/>
              <a:buNone/>
            </a:pPr>
            <a:endParaRPr lang="id-ID" sz="1400" b="1" dirty="0"/>
          </a:p>
          <a:p>
            <a:pPr marL="152400" indent="0" algn="just">
              <a:buFont typeface="PT Sans"/>
              <a:buNone/>
            </a:pPr>
            <a:endParaRPr lang="id-ID" sz="1400" b="1" dirty="0"/>
          </a:p>
          <a:p>
            <a:pPr marL="152400" indent="0" algn="just">
              <a:buFont typeface="PT Sans"/>
              <a:buNone/>
            </a:pPr>
            <a:endParaRPr lang="id-ID" sz="1400" b="1" dirty="0"/>
          </a:p>
          <a:p>
            <a:pPr marL="152400" indent="0" algn="just">
              <a:buFont typeface="PT Sans"/>
              <a:buNone/>
            </a:pPr>
            <a:endParaRPr lang="id-ID" sz="1400" b="1" dirty="0"/>
          </a:p>
          <a:p>
            <a:pPr marL="152400" indent="0" algn="just">
              <a:buFont typeface="PT Sans"/>
              <a:buNone/>
            </a:pPr>
            <a:endParaRPr lang="id-ID" sz="1400" b="1" dirty="0"/>
          </a:p>
          <a:p>
            <a:pPr marL="152400" indent="0" algn="just">
              <a:buFont typeface="PT Sans"/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>
              <a:buNone/>
            </a:pPr>
            <a:endParaRPr lang="en-ID" sz="1400" b="1" dirty="0"/>
          </a:p>
        </p:txBody>
      </p:sp>
    </p:spTree>
    <p:extLst>
      <p:ext uri="{BB962C8B-B14F-4D97-AF65-F5344CB8AC3E}">
        <p14:creationId xmlns:p14="http://schemas.microsoft.com/office/powerpoint/2010/main" val="2783621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3" name="Google Shape;2883;p38"/>
          <p:cNvSpPr txBox="1">
            <a:spLocks noGrp="1"/>
          </p:cNvSpPr>
          <p:nvPr>
            <p:ph type="title"/>
          </p:nvPr>
        </p:nvSpPr>
        <p:spPr>
          <a:xfrm>
            <a:off x="713100" y="2405677"/>
            <a:ext cx="7717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/>
              <a:t>HASIL </a:t>
            </a:r>
            <a:r>
              <a:rPr lang="en">
                <a:solidFill>
                  <a:schemeClr val="accent2"/>
                </a:solidFill>
              </a:rPr>
              <a:t>EKSPERIMEN</a:t>
            </a:r>
            <a:endParaRPr lang="en-ID">
              <a:solidFill>
                <a:schemeClr val="accent2"/>
              </a:solidFill>
            </a:endParaRPr>
          </a:p>
        </p:txBody>
      </p:sp>
      <p:sp>
        <p:nvSpPr>
          <p:cNvPr id="2885" name="Google Shape;2885;p38"/>
          <p:cNvSpPr txBox="1">
            <a:spLocks noGrp="1"/>
          </p:cNvSpPr>
          <p:nvPr>
            <p:ph type="title" idx="2"/>
          </p:nvPr>
        </p:nvSpPr>
        <p:spPr>
          <a:xfrm>
            <a:off x="3132450" y="1484973"/>
            <a:ext cx="2879100" cy="92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2886" name="Google Shape;2886;p38"/>
          <p:cNvGrpSpPr/>
          <p:nvPr/>
        </p:nvGrpSpPr>
        <p:grpSpPr>
          <a:xfrm rot="-5400000">
            <a:off x="2746096" y="55862"/>
            <a:ext cx="1823016" cy="296643"/>
            <a:chOff x="7857346" y="3902355"/>
            <a:chExt cx="1823016" cy="296643"/>
          </a:xfrm>
        </p:grpSpPr>
        <p:sp>
          <p:nvSpPr>
            <p:cNvPr id="2887" name="Google Shape;2887;p3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38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38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3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3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38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9" name="Google Shape;2899;p38"/>
          <p:cNvGrpSpPr/>
          <p:nvPr/>
        </p:nvGrpSpPr>
        <p:grpSpPr>
          <a:xfrm>
            <a:off x="86651" y="4776394"/>
            <a:ext cx="1252897" cy="51000"/>
            <a:chOff x="2915381" y="4104819"/>
            <a:chExt cx="1252897" cy="51000"/>
          </a:xfrm>
        </p:grpSpPr>
        <p:sp>
          <p:nvSpPr>
            <p:cNvPr id="2900" name="Google Shape;2900;p38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38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38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38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38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38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38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38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38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38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38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38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38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38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14" name="Google Shape;2914;p38"/>
          <p:cNvGrpSpPr/>
          <p:nvPr/>
        </p:nvGrpSpPr>
        <p:grpSpPr>
          <a:xfrm>
            <a:off x="8123220" y="154749"/>
            <a:ext cx="1105976" cy="133969"/>
            <a:chOff x="8183182" y="663852"/>
            <a:chExt cx="1475028" cy="178673"/>
          </a:xfrm>
        </p:grpSpPr>
        <p:grpSp>
          <p:nvGrpSpPr>
            <p:cNvPr id="2915" name="Google Shape;2915;p38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916" name="Google Shape;2916;p3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Google Shape;2917;p3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Google Shape;2918;p3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Google Shape;2919;p3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Google Shape;2920;p3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Google Shape;2921;p3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Google Shape;2922;p3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Google Shape;2923;p3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Google Shape;2924;p3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Google Shape;2925;p3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26" name="Google Shape;2926;p38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27" name="Google Shape;2927;p3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Google Shape;2928;p3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Google Shape;2929;p3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Google Shape;2930;p3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Google Shape;2931;p3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Google Shape;2932;p3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Google Shape;2933;p3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Google Shape;2934;p3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Google Shape;2935;p3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3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69052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6" name="Google Shape;2726;p34"/>
          <p:cNvGrpSpPr/>
          <p:nvPr/>
        </p:nvGrpSpPr>
        <p:grpSpPr>
          <a:xfrm>
            <a:off x="7035049" y="578407"/>
            <a:ext cx="883262" cy="242091"/>
            <a:chOff x="2300350" y="2601250"/>
            <a:chExt cx="2275275" cy="623625"/>
          </a:xfrm>
        </p:grpSpPr>
        <p:sp>
          <p:nvSpPr>
            <p:cNvPr id="2727" name="Google Shape;2727;p3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3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3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3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3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3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B14A10-E881-40B4-904A-404A18710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620" y="994990"/>
            <a:ext cx="7717800" cy="3416400"/>
          </a:xfrm>
        </p:spPr>
        <p:txBody>
          <a:bodyPr/>
          <a:lstStyle/>
          <a:p>
            <a:pPr marL="152400" indent="0" algn="just">
              <a:buNone/>
            </a:pPr>
            <a:r>
              <a:rPr lang="en-AU" sz="1400" dirty="0" err="1"/>
              <a:t>Didapatkan</a:t>
            </a:r>
            <a:r>
              <a:rPr lang="en-AU" sz="1400" dirty="0"/>
              <a:t> program Python </a:t>
            </a:r>
            <a:r>
              <a:rPr lang="en-AU" sz="1400" dirty="0" err="1"/>
              <a:t>untuk</a:t>
            </a:r>
            <a:r>
              <a:rPr lang="en-AU" sz="1400" dirty="0"/>
              <a:t> </a:t>
            </a:r>
            <a:r>
              <a:rPr lang="en-AU" sz="1400" dirty="0" err="1"/>
              <a:t>menyusun</a:t>
            </a:r>
            <a:r>
              <a:rPr lang="en-AU" sz="1400" dirty="0"/>
              <a:t> </a:t>
            </a:r>
            <a:r>
              <a:rPr lang="en-AU" sz="1400" dirty="0" err="1"/>
              <a:t>nilai</a:t>
            </a:r>
            <a:r>
              <a:rPr lang="en-AU" sz="1400" dirty="0"/>
              <a:t> </a:t>
            </a:r>
            <a:r>
              <a:rPr lang="en-AU" sz="1400" dirty="0" err="1"/>
              <a:t>terdekat</a:t>
            </a:r>
            <a:r>
              <a:rPr lang="en-AU" sz="1400" dirty="0"/>
              <a:t> yang </a:t>
            </a:r>
            <a:r>
              <a:rPr lang="en-AU" sz="1400" dirty="0" err="1"/>
              <a:t>dapat</a:t>
            </a:r>
            <a:r>
              <a:rPr lang="en-AU" sz="1400" dirty="0"/>
              <a:t> </a:t>
            </a:r>
            <a:r>
              <a:rPr lang="en-AU" sz="1400" dirty="0" err="1"/>
              <a:t>ditempuh</a:t>
            </a:r>
            <a:r>
              <a:rPr lang="en-AU" sz="1400" dirty="0"/>
              <a:t> </a:t>
            </a:r>
            <a:r>
              <a:rPr lang="en-AU" sz="1400" dirty="0" err="1"/>
              <a:t>dari</a:t>
            </a:r>
            <a:r>
              <a:rPr lang="en-AU" sz="1400" dirty="0"/>
              <a:t> node router </a:t>
            </a:r>
            <a:r>
              <a:rPr lang="en-AU" sz="1400" dirty="0" err="1"/>
              <a:t>menuju</a:t>
            </a:r>
            <a:r>
              <a:rPr lang="en-AU" sz="1400" dirty="0"/>
              <a:t> </a:t>
            </a:r>
            <a:r>
              <a:rPr lang="en-AU" sz="1400" dirty="0" err="1"/>
              <a:t>ke</a:t>
            </a:r>
            <a:r>
              <a:rPr lang="en-AU" sz="1400" dirty="0"/>
              <a:t> node </a:t>
            </a:r>
            <a:r>
              <a:rPr lang="en-AU" sz="1400" i="1" dirty="0"/>
              <a:t>device</a:t>
            </a:r>
            <a:r>
              <a:rPr lang="en-AU" sz="1400" dirty="0"/>
              <a:t> yang </a:t>
            </a:r>
            <a:r>
              <a:rPr lang="en-AU" sz="1400" dirty="0" err="1"/>
              <a:t>dipergunakan</a:t>
            </a:r>
            <a:r>
              <a:rPr lang="en-AU" sz="1400" dirty="0"/>
              <a:t> oleh </a:t>
            </a:r>
            <a:r>
              <a:rPr lang="en-AU" sz="1400" i="1" dirty="0"/>
              <a:t>user </a:t>
            </a:r>
            <a:r>
              <a:rPr lang="en-AU" sz="1400" dirty="0" err="1"/>
              <a:t>sebagai</a:t>
            </a:r>
            <a:r>
              <a:rPr lang="en-AU" sz="1400" dirty="0"/>
              <a:t> </a:t>
            </a:r>
            <a:r>
              <a:rPr lang="en-AU" sz="1400" dirty="0" err="1"/>
              <a:t>berikut</a:t>
            </a:r>
            <a:r>
              <a:rPr lang="en-AU" sz="1400" dirty="0"/>
              <a:t> :</a:t>
            </a:r>
            <a:endParaRPr lang="en-US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>
              <a:buNone/>
            </a:pPr>
            <a:endParaRPr lang="en-ID" sz="1400" b="1" dirty="0"/>
          </a:p>
        </p:txBody>
      </p:sp>
      <p:sp>
        <p:nvSpPr>
          <p:cNvPr id="18" name="Google Shape;2724;p34">
            <a:extLst>
              <a:ext uri="{FF2B5EF4-FFF2-40B4-BE49-F238E27FC236}">
                <a16:creationId xmlns:a16="http://schemas.microsoft.com/office/drawing/2014/main" id="{44EB8F51-976A-4713-B326-F13020CF34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0260" y="59053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04 </a:t>
            </a:r>
            <a:r>
              <a:rPr lang="en-US" sz="2200" dirty="0">
                <a:solidFill>
                  <a:schemeClr val="accent2"/>
                </a:solidFill>
              </a:rPr>
              <a:t>Source Code</a:t>
            </a:r>
            <a:r>
              <a:rPr lang="en-US" sz="2200">
                <a:solidFill>
                  <a:schemeClr val="accent2"/>
                </a:solidFill>
              </a:rPr>
              <a:t> (1)</a:t>
            </a:r>
            <a:endParaRPr lang="en-US" sz="2200" dirty="0">
              <a:solidFill>
                <a:schemeClr val="accent2"/>
              </a:solidFill>
            </a:endParaRP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6C3E2B95-6E41-7BA6-1ED6-0D6353179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151" y="1728298"/>
            <a:ext cx="6431280" cy="282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72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6" name="Google Shape;2726;p34"/>
          <p:cNvGrpSpPr/>
          <p:nvPr/>
        </p:nvGrpSpPr>
        <p:grpSpPr>
          <a:xfrm>
            <a:off x="7035049" y="578407"/>
            <a:ext cx="883262" cy="242091"/>
            <a:chOff x="2300350" y="2601250"/>
            <a:chExt cx="2275275" cy="623625"/>
          </a:xfrm>
        </p:grpSpPr>
        <p:sp>
          <p:nvSpPr>
            <p:cNvPr id="2727" name="Google Shape;2727;p3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3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3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3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3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3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B14A10-E881-40B4-904A-404A18710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620" y="700020"/>
            <a:ext cx="7717800" cy="3416400"/>
          </a:xfrm>
        </p:spPr>
        <p:txBody>
          <a:bodyPr/>
          <a:lstStyle/>
          <a:p>
            <a:pPr marL="152400" indent="0" algn="just">
              <a:buNone/>
            </a:pPr>
            <a:r>
              <a:rPr lang="en-AU" sz="1400" err="1"/>
              <a:t>Didapatkan</a:t>
            </a:r>
            <a:r>
              <a:rPr lang="en-AU" sz="1400"/>
              <a:t> program Python </a:t>
            </a:r>
            <a:r>
              <a:rPr lang="en-AU" sz="1400" err="1"/>
              <a:t>untuk</a:t>
            </a:r>
            <a:r>
              <a:rPr lang="en-AU" sz="1400"/>
              <a:t> </a:t>
            </a:r>
            <a:r>
              <a:rPr lang="en-AU" sz="1400" err="1"/>
              <a:t>menyusun</a:t>
            </a:r>
            <a:r>
              <a:rPr lang="en-AU" sz="1400"/>
              <a:t> </a:t>
            </a:r>
            <a:r>
              <a:rPr lang="en-AU" sz="1400" err="1"/>
              <a:t>nilai</a:t>
            </a:r>
            <a:r>
              <a:rPr lang="en-AU" sz="1400"/>
              <a:t> </a:t>
            </a:r>
            <a:r>
              <a:rPr lang="en-AU" sz="1400" err="1"/>
              <a:t>terdekat</a:t>
            </a:r>
            <a:r>
              <a:rPr lang="en-AU" sz="1400"/>
              <a:t> yang </a:t>
            </a:r>
            <a:r>
              <a:rPr lang="en-AU" sz="1400" err="1"/>
              <a:t>dapat</a:t>
            </a:r>
            <a:r>
              <a:rPr lang="en-AU" sz="1400"/>
              <a:t> </a:t>
            </a:r>
            <a:r>
              <a:rPr lang="en-AU" sz="1400" err="1"/>
              <a:t>ditempuh</a:t>
            </a:r>
            <a:r>
              <a:rPr lang="en-AU" sz="1400"/>
              <a:t> </a:t>
            </a:r>
            <a:r>
              <a:rPr lang="en-AU" sz="1400" err="1"/>
              <a:t>dari</a:t>
            </a:r>
            <a:r>
              <a:rPr lang="en-AU" sz="1400"/>
              <a:t> node router </a:t>
            </a:r>
            <a:r>
              <a:rPr lang="en-AU" sz="1400" err="1"/>
              <a:t>menuju</a:t>
            </a:r>
            <a:r>
              <a:rPr lang="en-AU" sz="1400"/>
              <a:t> </a:t>
            </a:r>
            <a:r>
              <a:rPr lang="en-AU" sz="1400" err="1"/>
              <a:t>ke</a:t>
            </a:r>
            <a:r>
              <a:rPr lang="en-AU" sz="1400"/>
              <a:t> node </a:t>
            </a:r>
            <a:r>
              <a:rPr lang="en-AU" sz="1400" i="1"/>
              <a:t>device</a:t>
            </a:r>
            <a:r>
              <a:rPr lang="en-AU" sz="1400"/>
              <a:t> yang </a:t>
            </a:r>
            <a:r>
              <a:rPr lang="en-AU" sz="1400" err="1"/>
              <a:t>dipergunakan</a:t>
            </a:r>
            <a:r>
              <a:rPr lang="en-AU" sz="1400"/>
              <a:t> oleh </a:t>
            </a:r>
            <a:r>
              <a:rPr lang="en-AU" sz="1400" i="1"/>
              <a:t>user </a:t>
            </a:r>
            <a:r>
              <a:rPr lang="en-AU" sz="1400" err="1"/>
              <a:t>sebagai</a:t>
            </a:r>
            <a:r>
              <a:rPr lang="en-AU" sz="1400"/>
              <a:t> </a:t>
            </a:r>
            <a:r>
              <a:rPr lang="en-AU" sz="1400" err="1"/>
              <a:t>berikut</a:t>
            </a:r>
            <a:r>
              <a:rPr lang="en-AU" sz="1400"/>
              <a:t> :</a:t>
            </a:r>
            <a:endParaRPr lang="en-US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>
              <a:buNone/>
            </a:pPr>
            <a:endParaRPr lang="en-ID" sz="1400" b="1"/>
          </a:p>
        </p:txBody>
      </p:sp>
      <p:sp>
        <p:nvSpPr>
          <p:cNvPr id="18" name="Google Shape;2724;p34">
            <a:extLst>
              <a:ext uri="{FF2B5EF4-FFF2-40B4-BE49-F238E27FC236}">
                <a16:creationId xmlns:a16="http://schemas.microsoft.com/office/drawing/2014/main" id="{44EB8F51-976A-4713-B326-F13020CF34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0260" y="29556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>
                <a:solidFill>
                  <a:srgbClr val="FFFFFF"/>
                </a:solidFill>
              </a:rPr>
              <a:t>04 </a:t>
            </a:r>
            <a:r>
              <a:rPr lang="en-US" sz="2200">
                <a:solidFill>
                  <a:schemeClr val="accent2"/>
                </a:solidFill>
              </a:rPr>
              <a:t>Source Code (2)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65B804D1-B1EE-D3B7-6C2E-4C76A5E80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283902"/>
            <a:ext cx="7330440" cy="3474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235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6" name="Google Shape;2726;p34"/>
          <p:cNvGrpSpPr/>
          <p:nvPr/>
        </p:nvGrpSpPr>
        <p:grpSpPr>
          <a:xfrm>
            <a:off x="7035049" y="578407"/>
            <a:ext cx="883262" cy="242091"/>
            <a:chOff x="2300350" y="2601250"/>
            <a:chExt cx="2275275" cy="623625"/>
          </a:xfrm>
        </p:grpSpPr>
        <p:sp>
          <p:nvSpPr>
            <p:cNvPr id="2727" name="Google Shape;2727;p3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3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3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3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3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3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B14A10-E881-40B4-904A-404A18710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620" y="700020"/>
            <a:ext cx="7717800" cy="3416400"/>
          </a:xfrm>
        </p:spPr>
        <p:txBody>
          <a:bodyPr/>
          <a:lstStyle/>
          <a:p>
            <a:pPr marL="152400" indent="0" algn="just">
              <a:buNone/>
            </a:pPr>
            <a:r>
              <a:rPr lang="en-AU" sz="1400" err="1"/>
              <a:t>Didapatkan</a:t>
            </a:r>
            <a:r>
              <a:rPr lang="en-AU" sz="1400"/>
              <a:t> program Python </a:t>
            </a:r>
            <a:r>
              <a:rPr lang="en-AU" sz="1400" err="1"/>
              <a:t>untuk</a:t>
            </a:r>
            <a:r>
              <a:rPr lang="en-AU" sz="1400"/>
              <a:t> </a:t>
            </a:r>
            <a:r>
              <a:rPr lang="en-AU" sz="1400" err="1"/>
              <a:t>menyusun</a:t>
            </a:r>
            <a:r>
              <a:rPr lang="en-AU" sz="1400"/>
              <a:t> </a:t>
            </a:r>
            <a:r>
              <a:rPr lang="en-AU" sz="1400" err="1"/>
              <a:t>nilai</a:t>
            </a:r>
            <a:r>
              <a:rPr lang="en-AU" sz="1400"/>
              <a:t> </a:t>
            </a:r>
            <a:r>
              <a:rPr lang="en-AU" sz="1400" err="1"/>
              <a:t>terdekat</a:t>
            </a:r>
            <a:r>
              <a:rPr lang="en-AU" sz="1400"/>
              <a:t> yang </a:t>
            </a:r>
            <a:r>
              <a:rPr lang="en-AU" sz="1400" err="1"/>
              <a:t>dapat</a:t>
            </a:r>
            <a:r>
              <a:rPr lang="en-AU" sz="1400"/>
              <a:t> </a:t>
            </a:r>
            <a:r>
              <a:rPr lang="en-AU" sz="1400" err="1"/>
              <a:t>ditempuh</a:t>
            </a:r>
            <a:r>
              <a:rPr lang="en-AU" sz="1400"/>
              <a:t> </a:t>
            </a:r>
            <a:r>
              <a:rPr lang="en-AU" sz="1400" err="1"/>
              <a:t>dari</a:t>
            </a:r>
            <a:r>
              <a:rPr lang="en-AU" sz="1400"/>
              <a:t> node router </a:t>
            </a:r>
            <a:r>
              <a:rPr lang="en-AU" sz="1400" err="1"/>
              <a:t>menuju</a:t>
            </a:r>
            <a:r>
              <a:rPr lang="en-AU" sz="1400"/>
              <a:t> </a:t>
            </a:r>
            <a:r>
              <a:rPr lang="en-AU" sz="1400" err="1"/>
              <a:t>ke</a:t>
            </a:r>
            <a:r>
              <a:rPr lang="en-AU" sz="1400"/>
              <a:t> node </a:t>
            </a:r>
            <a:r>
              <a:rPr lang="en-AU" sz="1400" i="1"/>
              <a:t>device</a:t>
            </a:r>
            <a:r>
              <a:rPr lang="en-AU" sz="1400"/>
              <a:t> yang </a:t>
            </a:r>
            <a:r>
              <a:rPr lang="en-AU" sz="1400" err="1"/>
              <a:t>dipergunakan</a:t>
            </a:r>
            <a:r>
              <a:rPr lang="en-AU" sz="1400"/>
              <a:t> oleh </a:t>
            </a:r>
            <a:r>
              <a:rPr lang="en-AU" sz="1400" i="1"/>
              <a:t>user </a:t>
            </a:r>
            <a:r>
              <a:rPr lang="en-AU" sz="1400" err="1"/>
              <a:t>sebagai</a:t>
            </a:r>
            <a:r>
              <a:rPr lang="en-AU" sz="1400"/>
              <a:t> </a:t>
            </a:r>
            <a:r>
              <a:rPr lang="en-AU" sz="1400" err="1"/>
              <a:t>berikut</a:t>
            </a:r>
            <a:r>
              <a:rPr lang="en-AU" sz="1400"/>
              <a:t> :</a:t>
            </a:r>
            <a:endParaRPr lang="en-US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>
              <a:buNone/>
            </a:pPr>
            <a:endParaRPr lang="en-ID" sz="1400" b="1"/>
          </a:p>
        </p:txBody>
      </p:sp>
      <p:sp>
        <p:nvSpPr>
          <p:cNvPr id="18" name="Google Shape;2724;p34">
            <a:extLst>
              <a:ext uri="{FF2B5EF4-FFF2-40B4-BE49-F238E27FC236}">
                <a16:creationId xmlns:a16="http://schemas.microsoft.com/office/drawing/2014/main" id="{44EB8F51-976A-4713-B326-F13020CF34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0260" y="29556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>
                <a:solidFill>
                  <a:srgbClr val="FFFFFF"/>
                </a:solidFill>
              </a:rPr>
              <a:t>04 </a:t>
            </a:r>
            <a:r>
              <a:rPr lang="en-US" sz="2200">
                <a:solidFill>
                  <a:schemeClr val="accent2"/>
                </a:solidFill>
              </a:rPr>
              <a:t>Source Code (3)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241DD607-32A6-D838-73AB-265371D14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68485"/>
            <a:ext cx="5478780" cy="3245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854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6" name="Google Shape;2726;p34"/>
          <p:cNvGrpSpPr/>
          <p:nvPr/>
        </p:nvGrpSpPr>
        <p:grpSpPr>
          <a:xfrm>
            <a:off x="7035049" y="578407"/>
            <a:ext cx="883262" cy="242091"/>
            <a:chOff x="2300350" y="2601250"/>
            <a:chExt cx="2275275" cy="623625"/>
          </a:xfrm>
        </p:grpSpPr>
        <p:sp>
          <p:nvSpPr>
            <p:cNvPr id="2727" name="Google Shape;2727;p3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3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3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3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3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3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B14A10-E881-40B4-904A-404A18710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620" y="818005"/>
            <a:ext cx="7717800" cy="3416400"/>
          </a:xfrm>
        </p:spPr>
        <p:txBody>
          <a:bodyPr/>
          <a:lstStyle/>
          <a:p>
            <a:pPr marL="152400" indent="0" algn="just">
              <a:buNone/>
            </a:pPr>
            <a:r>
              <a:rPr lang="en-AU" sz="1400" dirty="0" err="1"/>
              <a:t>Didapatkan</a:t>
            </a:r>
            <a:r>
              <a:rPr lang="en-AU" sz="1400" dirty="0"/>
              <a:t> program Python </a:t>
            </a:r>
            <a:r>
              <a:rPr lang="en-AU" sz="1400" dirty="0" err="1"/>
              <a:t>untuk</a:t>
            </a:r>
            <a:r>
              <a:rPr lang="en-AU" sz="1400" dirty="0"/>
              <a:t> </a:t>
            </a:r>
            <a:r>
              <a:rPr lang="en-AU" sz="1400" dirty="0" err="1"/>
              <a:t>menyusun</a:t>
            </a:r>
            <a:r>
              <a:rPr lang="en-AU" sz="1400" dirty="0"/>
              <a:t> </a:t>
            </a:r>
            <a:r>
              <a:rPr lang="en-AU" sz="1400" dirty="0" err="1"/>
              <a:t>nilai</a:t>
            </a:r>
            <a:r>
              <a:rPr lang="en-AU" sz="1400" dirty="0"/>
              <a:t> </a:t>
            </a:r>
            <a:r>
              <a:rPr lang="en-AU" sz="1400" dirty="0" err="1"/>
              <a:t>terdekat</a:t>
            </a:r>
            <a:r>
              <a:rPr lang="en-AU" sz="1400" dirty="0"/>
              <a:t> yang </a:t>
            </a:r>
            <a:r>
              <a:rPr lang="en-AU" sz="1400" dirty="0" err="1"/>
              <a:t>dapat</a:t>
            </a:r>
            <a:r>
              <a:rPr lang="en-AU" sz="1400" dirty="0"/>
              <a:t> </a:t>
            </a:r>
            <a:r>
              <a:rPr lang="en-AU" sz="1400" dirty="0" err="1"/>
              <a:t>ditempuh</a:t>
            </a:r>
            <a:r>
              <a:rPr lang="en-AU" sz="1400" dirty="0"/>
              <a:t> </a:t>
            </a:r>
            <a:r>
              <a:rPr lang="en-AU" sz="1400" dirty="0" err="1"/>
              <a:t>dari</a:t>
            </a:r>
            <a:r>
              <a:rPr lang="en-AU" sz="1400" dirty="0"/>
              <a:t> node router </a:t>
            </a:r>
            <a:r>
              <a:rPr lang="en-AU" sz="1400" dirty="0" err="1"/>
              <a:t>menuju</a:t>
            </a:r>
            <a:r>
              <a:rPr lang="en-AU" sz="1400" dirty="0"/>
              <a:t> </a:t>
            </a:r>
            <a:r>
              <a:rPr lang="en-AU" sz="1400" dirty="0" err="1"/>
              <a:t>ke</a:t>
            </a:r>
            <a:r>
              <a:rPr lang="en-AU" sz="1400" dirty="0"/>
              <a:t> node </a:t>
            </a:r>
            <a:r>
              <a:rPr lang="en-AU" sz="1400" i="1" dirty="0"/>
              <a:t>device</a:t>
            </a:r>
            <a:r>
              <a:rPr lang="en-AU" sz="1400" dirty="0"/>
              <a:t> yang </a:t>
            </a:r>
            <a:r>
              <a:rPr lang="en-AU" sz="1400" dirty="0" err="1"/>
              <a:t>dipergunakan</a:t>
            </a:r>
            <a:r>
              <a:rPr lang="en-AU" sz="1400" dirty="0"/>
              <a:t> oleh </a:t>
            </a:r>
            <a:r>
              <a:rPr lang="en-AU" sz="1400" i="1" dirty="0"/>
              <a:t>user </a:t>
            </a:r>
            <a:r>
              <a:rPr lang="en-AU" sz="1400" dirty="0" err="1"/>
              <a:t>sebagai</a:t>
            </a:r>
            <a:r>
              <a:rPr lang="en-AU" sz="1400" dirty="0"/>
              <a:t> </a:t>
            </a:r>
            <a:r>
              <a:rPr lang="en-AU" sz="1400" dirty="0" err="1"/>
              <a:t>berikut</a:t>
            </a:r>
            <a:r>
              <a:rPr lang="en-AU" sz="1400" dirty="0"/>
              <a:t> :</a:t>
            </a:r>
            <a:endParaRPr lang="en-US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>
              <a:buNone/>
            </a:pPr>
            <a:endParaRPr lang="en-ID" sz="1400" b="1" dirty="0"/>
          </a:p>
        </p:txBody>
      </p:sp>
      <p:sp>
        <p:nvSpPr>
          <p:cNvPr id="18" name="Google Shape;2724;p34">
            <a:extLst>
              <a:ext uri="{FF2B5EF4-FFF2-40B4-BE49-F238E27FC236}">
                <a16:creationId xmlns:a16="http://schemas.microsoft.com/office/drawing/2014/main" id="{44EB8F51-976A-4713-B326-F13020CF34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0260" y="413545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04 </a:t>
            </a:r>
            <a:r>
              <a:rPr lang="en-US" sz="2200" dirty="0">
                <a:solidFill>
                  <a:schemeClr val="accent2"/>
                </a:solidFill>
              </a:rPr>
              <a:t>Source Code</a:t>
            </a:r>
            <a:r>
              <a:rPr lang="en-US" sz="2200">
                <a:solidFill>
                  <a:schemeClr val="accent2"/>
                </a:solidFill>
              </a:rPr>
              <a:t> (4)</a:t>
            </a:r>
            <a:endParaRPr lang="en-US" sz="2200" dirty="0">
              <a:solidFill>
                <a:schemeClr val="accent2"/>
              </a:solidFill>
            </a:endParaRP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54A5F38E-A1CF-0572-C46C-00C485B95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24353"/>
            <a:ext cx="4808220" cy="293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2657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6" name="Google Shape;2726;p34"/>
          <p:cNvGrpSpPr/>
          <p:nvPr/>
        </p:nvGrpSpPr>
        <p:grpSpPr>
          <a:xfrm>
            <a:off x="7035049" y="578407"/>
            <a:ext cx="883262" cy="242091"/>
            <a:chOff x="2300350" y="2601250"/>
            <a:chExt cx="2275275" cy="623625"/>
          </a:xfrm>
        </p:grpSpPr>
        <p:sp>
          <p:nvSpPr>
            <p:cNvPr id="2727" name="Google Shape;2727;p3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3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3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3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3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3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B14A10-E881-40B4-904A-404A18710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620" y="700020"/>
            <a:ext cx="7717800" cy="4016122"/>
          </a:xfrm>
        </p:spPr>
        <p:txBody>
          <a:bodyPr/>
          <a:lstStyle/>
          <a:p>
            <a:pPr marL="152400" indent="0" algn="just">
              <a:buNone/>
            </a:pPr>
            <a:endParaRPr lang="en-AU" sz="1400" dirty="0"/>
          </a:p>
          <a:p>
            <a:pPr marL="152400" indent="0" algn="just">
              <a:buNone/>
            </a:pPr>
            <a:r>
              <a:rPr lang="en-AU" sz="1400" dirty="0"/>
              <a:t>Model </a:t>
            </a:r>
            <a:r>
              <a:rPr lang="en-AU" sz="1400" dirty="0" err="1"/>
              <a:t>visualisasi</a:t>
            </a:r>
            <a:r>
              <a:rPr lang="en-AU" sz="1400" dirty="0"/>
              <a:t> </a:t>
            </a:r>
            <a:r>
              <a:rPr lang="en-AU" sz="1400" dirty="0" err="1"/>
              <a:t>dari</a:t>
            </a:r>
            <a:r>
              <a:rPr lang="en-AU" sz="1400" dirty="0"/>
              <a:t> program graph yang </a:t>
            </a:r>
            <a:r>
              <a:rPr lang="en-AU" sz="1400" dirty="0" err="1"/>
              <a:t>ada</a:t>
            </a:r>
            <a:r>
              <a:rPr lang="en-AU" sz="1400" dirty="0"/>
              <a:t> di Python, </a:t>
            </a:r>
            <a:r>
              <a:rPr lang="en-AU" sz="1400" dirty="0" err="1"/>
              <a:t>setelah</a:t>
            </a:r>
            <a:r>
              <a:rPr lang="en-AU" sz="1400" dirty="0"/>
              <a:t> </a:t>
            </a:r>
            <a:r>
              <a:rPr lang="en-AU" sz="1400" dirty="0" err="1"/>
              <a:t>divisualisasikan</a:t>
            </a:r>
            <a:r>
              <a:rPr lang="en-AU" sz="1400" dirty="0"/>
              <a:t> </a:t>
            </a:r>
            <a:r>
              <a:rPr lang="en-AU" sz="1400" dirty="0" err="1"/>
              <a:t>dengan</a:t>
            </a:r>
            <a:r>
              <a:rPr lang="en-AU" sz="1400" dirty="0"/>
              <a:t> </a:t>
            </a:r>
            <a:r>
              <a:rPr lang="en-AU" sz="1400" dirty="0" err="1"/>
              <a:t>menggunakan</a:t>
            </a:r>
            <a:r>
              <a:rPr lang="en-AU" sz="1400" dirty="0"/>
              <a:t> website </a:t>
            </a:r>
            <a:r>
              <a:rPr lang="en-AU" sz="1400" dirty="0" err="1"/>
              <a:t>VisuAlgo</a:t>
            </a:r>
            <a:r>
              <a:rPr lang="en-AU" sz="1400" dirty="0"/>
              <a:t> </a:t>
            </a:r>
            <a:r>
              <a:rPr lang="en-AU" sz="1400" dirty="0" err="1"/>
              <a:t>gambar</a:t>
            </a:r>
            <a:r>
              <a:rPr lang="en-AU" sz="1400" dirty="0"/>
              <a:t> </a:t>
            </a:r>
            <a:r>
              <a:rPr lang="en-AU" sz="1400" dirty="0" err="1"/>
              <a:t>dari</a:t>
            </a:r>
            <a:r>
              <a:rPr lang="en-AU" sz="1400" dirty="0"/>
              <a:t> model graph </a:t>
            </a:r>
            <a:r>
              <a:rPr lang="en-AU" sz="1400" dirty="0" err="1"/>
              <a:t>pemetaan</a:t>
            </a:r>
            <a:r>
              <a:rPr lang="en-AU" sz="1400" dirty="0"/>
              <a:t> </a:t>
            </a:r>
            <a:r>
              <a:rPr lang="en-AU" sz="1400" i="1" dirty="0"/>
              <a:t>Network Routing</a:t>
            </a:r>
            <a:r>
              <a:rPr lang="en-AU" sz="1400" dirty="0"/>
              <a:t> yang </a:t>
            </a:r>
            <a:r>
              <a:rPr lang="en-AU" sz="1400" dirty="0" err="1"/>
              <a:t>ada</a:t>
            </a:r>
            <a:r>
              <a:rPr lang="en-AU" sz="1400" dirty="0"/>
              <a:t> di ITB </a:t>
            </a:r>
            <a:r>
              <a:rPr lang="en-AU" sz="1400" dirty="0" err="1"/>
              <a:t>Jatinangor</a:t>
            </a:r>
            <a:r>
              <a:rPr lang="en-AU" sz="1400" dirty="0"/>
              <a:t> </a:t>
            </a:r>
            <a:r>
              <a:rPr lang="en-AU" sz="1400" dirty="0" err="1"/>
              <a:t>adalah</a:t>
            </a:r>
            <a:r>
              <a:rPr lang="en-AU" sz="1400" dirty="0"/>
              <a:t> </a:t>
            </a:r>
            <a:r>
              <a:rPr lang="en-AU" sz="1400" dirty="0" err="1"/>
              <a:t>sebagai</a:t>
            </a:r>
            <a:r>
              <a:rPr lang="en-AU" sz="1400" dirty="0"/>
              <a:t> </a:t>
            </a:r>
            <a:r>
              <a:rPr lang="en-AU" sz="1400" dirty="0" err="1"/>
              <a:t>berikut</a:t>
            </a:r>
            <a:r>
              <a:rPr lang="en-AU" sz="1400" dirty="0"/>
              <a:t>:</a:t>
            </a:r>
            <a:endParaRPr lang="en-US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>
              <a:buNone/>
            </a:pPr>
            <a:endParaRPr lang="en-ID" sz="1400" b="1" dirty="0"/>
          </a:p>
        </p:txBody>
      </p:sp>
      <p:sp>
        <p:nvSpPr>
          <p:cNvPr id="18" name="Google Shape;2724;p34">
            <a:extLst>
              <a:ext uri="{FF2B5EF4-FFF2-40B4-BE49-F238E27FC236}">
                <a16:creationId xmlns:a16="http://schemas.microsoft.com/office/drawing/2014/main" id="{44EB8F51-976A-4713-B326-F13020CF34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0260" y="29556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>
                <a:solidFill>
                  <a:srgbClr val="FFFFFF"/>
                </a:solidFill>
              </a:rPr>
              <a:t>04 </a:t>
            </a:r>
            <a:r>
              <a:rPr lang="en-US" sz="2200" err="1">
                <a:solidFill>
                  <a:schemeClr val="accent2"/>
                </a:solidFill>
              </a:rPr>
              <a:t>Visualisasi</a:t>
            </a:r>
            <a:r>
              <a:rPr lang="en-US" sz="2200">
                <a:solidFill>
                  <a:schemeClr val="accent2"/>
                </a:solidFill>
              </a:rPr>
              <a:t> (1)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3E0FBD-A8A1-6C42-D5EB-971C80EA0E9E}"/>
              </a:ext>
            </a:extLst>
          </p:cNvPr>
          <p:cNvSpPr txBox="1"/>
          <p:nvPr/>
        </p:nvSpPr>
        <p:spPr>
          <a:xfrm>
            <a:off x="1083328" y="4162391"/>
            <a:ext cx="7121104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 dirty="0">
                <a:solidFill>
                  <a:schemeClr val="bg1"/>
                </a:solidFill>
              </a:rPr>
              <a:t>Gambar 4.2. </a:t>
            </a:r>
            <a:r>
              <a:rPr lang="en-AU" sz="1050" dirty="0" err="1">
                <a:solidFill>
                  <a:schemeClr val="bg1"/>
                </a:solidFill>
              </a:rPr>
              <a:t>Pemetaan</a:t>
            </a:r>
            <a:r>
              <a:rPr lang="en-AU" sz="1050" dirty="0">
                <a:solidFill>
                  <a:schemeClr val="bg1"/>
                </a:solidFill>
              </a:rPr>
              <a:t> </a:t>
            </a:r>
            <a:r>
              <a:rPr lang="en-AU" sz="1050" i="1" dirty="0">
                <a:solidFill>
                  <a:schemeClr val="bg1"/>
                </a:solidFill>
              </a:rPr>
              <a:t>router graph </a:t>
            </a:r>
            <a:r>
              <a:rPr lang="en-AU" sz="1050" dirty="0">
                <a:solidFill>
                  <a:schemeClr val="bg1"/>
                </a:solidFill>
              </a:rPr>
              <a:t>pada ITB </a:t>
            </a:r>
            <a:r>
              <a:rPr lang="en-AU" sz="1050" dirty="0" err="1">
                <a:solidFill>
                  <a:schemeClr val="bg1"/>
                </a:solidFill>
              </a:rPr>
              <a:t>Jatinangor</a:t>
            </a:r>
            <a:r>
              <a:rPr lang="en-AU" sz="1050" dirty="0">
                <a:solidFill>
                  <a:schemeClr val="bg1"/>
                </a:solidFill>
              </a:rPr>
              <a:t> </a:t>
            </a:r>
            <a:r>
              <a:rPr lang="en-AU" sz="1050" dirty="0" err="1">
                <a:solidFill>
                  <a:schemeClr val="bg1"/>
                </a:solidFill>
              </a:rPr>
              <a:t>dengan</a:t>
            </a:r>
            <a:r>
              <a:rPr lang="en-AU" sz="1050" dirty="0">
                <a:solidFill>
                  <a:schemeClr val="bg1"/>
                </a:solidFill>
              </a:rPr>
              <a:t> </a:t>
            </a:r>
            <a:r>
              <a:rPr lang="en-AU" sz="1050" dirty="0" err="1">
                <a:solidFill>
                  <a:schemeClr val="bg1"/>
                </a:solidFill>
              </a:rPr>
              <a:t>menggunakan</a:t>
            </a:r>
            <a:r>
              <a:rPr lang="en-AU" sz="1050" dirty="0">
                <a:solidFill>
                  <a:schemeClr val="bg1"/>
                </a:solidFill>
              </a:rPr>
              <a:t> website </a:t>
            </a:r>
            <a:r>
              <a:rPr lang="en-AU" sz="1050" dirty="0" err="1">
                <a:solidFill>
                  <a:schemeClr val="bg1"/>
                </a:solidFill>
              </a:rPr>
              <a:t>VisuAlgo</a:t>
            </a:r>
            <a:r>
              <a:rPr lang="en-AU" sz="1050" dirty="0">
                <a:solidFill>
                  <a:schemeClr val="bg1"/>
                </a:solidFill>
              </a:rPr>
              <a:t> (1)</a:t>
            </a:r>
            <a:endParaRPr lang="en-US" sz="1050" dirty="0">
              <a:solidFill>
                <a:schemeClr val="bg1"/>
              </a:solidFill>
            </a:endParaRPr>
          </a:p>
          <a:p>
            <a:pPr algn="ctr"/>
            <a:r>
              <a:rPr lang="en-US" sz="1050" dirty="0" err="1">
                <a:solidFill>
                  <a:schemeClr val="bg1"/>
                </a:solidFill>
              </a:rPr>
              <a:t>Sumber</a:t>
            </a:r>
            <a:r>
              <a:rPr lang="en-US" sz="1050" dirty="0">
                <a:solidFill>
                  <a:schemeClr val="bg1"/>
                </a:solidFill>
              </a:rPr>
              <a:t> : </a:t>
            </a:r>
            <a:r>
              <a:rPr lang="en-US" sz="1050" dirty="0" err="1">
                <a:solidFill>
                  <a:schemeClr val="bg1"/>
                </a:solidFill>
              </a:rPr>
              <a:t>Penulis</a:t>
            </a:r>
            <a:endParaRPr lang="en-US" sz="1050" dirty="0">
              <a:solidFill>
                <a:schemeClr val="bg1"/>
              </a:solidFill>
            </a:endParaRP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210E1686-05A7-A02B-BEC7-9CB15F6D0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782" y="1694555"/>
            <a:ext cx="5579133" cy="245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5788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6" name="Google Shape;2726;p34"/>
          <p:cNvGrpSpPr/>
          <p:nvPr/>
        </p:nvGrpSpPr>
        <p:grpSpPr>
          <a:xfrm>
            <a:off x="7035049" y="578407"/>
            <a:ext cx="883262" cy="242091"/>
            <a:chOff x="2300350" y="2601250"/>
            <a:chExt cx="2275275" cy="623625"/>
          </a:xfrm>
        </p:grpSpPr>
        <p:sp>
          <p:nvSpPr>
            <p:cNvPr id="2727" name="Google Shape;2727;p3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3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3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3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3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3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B14A10-E881-40B4-904A-404A18710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620" y="736890"/>
            <a:ext cx="7717800" cy="3911700"/>
          </a:xfrm>
        </p:spPr>
        <p:txBody>
          <a:bodyPr/>
          <a:lstStyle/>
          <a:p>
            <a:pPr marL="152400" indent="0" algn="just">
              <a:buNone/>
            </a:pPr>
            <a:r>
              <a:rPr lang="en-AU" sz="1400" dirty="0"/>
              <a:t>Pada </a:t>
            </a:r>
            <a:r>
              <a:rPr lang="en-AU" sz="1400" dirty="0" err="1"/>
              <a:t>visualisasi</a:t>
            </a:r>
            <a:r>
              <a:rPr lang="en-AU" sz="1400" dirty="0"/>
              <a:t> graph </a:t>
            </a:r>
            <a:r>
              <a:rPr lang="en-AU" sz="1400" dirty="0" err="1"/>
              <a:t>ini</a:t>
            </a:r>
            <a:r>
              <a:rPr lang="en-AU" sz="1400" dirty="0"/>
              <a:t> (</a:t>
            </a:r>
            <a:r>
              <a:rPr lang="en-AU" sz="1400" dirty="0" err="1"/>
              <a:t>gambar</a:t>
            </a:r>
            <a:r>
              <a:rPr lang="en-AU" sz="1400" dirty="0"/>
              <a:t> 4.3), node 7 </a:t>
            </a:r>
            <a:r>
              <a:rPr lang="en-AU" sz="1400" dirty="0" err="1"/>
              <a:t>merupakan</a:t>
            </a:r>
            <a:r>
              <a:rPr lang="en-AU" sz="1400" dirty="0"/>
              <a:t> node </a:t>
            </a:r>
            <a:r>
              <a:rPr lang="en-AU" sz="1400" dirty="0" err="1"/>
              <a:t>awal</a:t>
            </a:r>
            <a:r>
              <a:rPr lang="en-AU" sz="1400" dirty="0"/>
              <a:t> (</a:t>
            </a:r>
            <a:r>
              <a:rPr lang="en-AU" sz="1400" i="1" dirty="0"/>
              <a:t>user</a:t>
            </a:r>
            <a:r>
              <a:rPr lang="en-AU" sz="1400" dirty="0"/>
              <a:t>), node 6 </a:t>
            </a:r>
            <a:r>
              <a:rPr lang="en-AU" sz="1400" dirty="0" err="1"/>
              <a:t>sebagai</a:t>
            </a:r>
            <a:r>
              <a:rPr lang="en-AU" sz="1400" dirty="0"/>
              <a:t> node </a:t>
            </a:r>
            <a:r>
              <a:rPr lang="en-AU" sz="1400" dirty="0" err="1"/>
              <a:t>akhir</a:t>
            </a:r>
            <a:r>
              <a:rPr lang="en-AU" sz="1400" dirty="0"/>
              <a:t> (</a:t>
            </a:r>
            <a:r>
              <a:rPr lang="en-AU" sz="1400" dirty="0" err="1"/>
              <a:t>tujuan</a:t>
            </a:r>
            <a:r>
              <a:rPr lang="en-AU" sz="1400" dirty="0"/>
              <a:t>),  dan node </a:t>
            </a:r>
            <a:r>
              <a:rPr lang="en-AU" sz="1400" dirty="0" err="1"/>
              <a:t>lainnya</a:t>
            </a:r>
            <a:r>
              <a:rPr lang="en-AU" sz="1400" dirty="0"/>
              <a:t> </a:t>
            </a:r>
            <a:r>
              <a:rPr lang="en-AU" sz="1400" dirty="0" err="1"/>
              <a:t>sebagai</a:t>
            </a:r>
            <a:r>
              <a:rPr lang="en-AU" sz="1400" dirty="0"/>
              <a:t> </a:t>
            </a:r>
            <a:r>
              <a:rPr lang="en-AU" sz="1400" dirty="0" err="1"/>
              <a:t>kemungkinan</a:t>
            </a:r>
            <a:r>
              <a:rPr lang="en-AU" sz="1400" dirty="0"/>
              <a:t> router yang </a:t>
            </a:r>
            <a:r>
              <a:rPr lang="en-AU" sz="1400" dirty="0" err="1"/>
              <a:t>akan</a:t>
            </a:r>
            <a:r>
              <a:rPr lang="en-AU" sz="1400" dirty="0"/>
              <a:t> </a:t>
            </a:r>
            <a:r>
              <a:rPr lang="en-AU" sz="1400" dirty="0" err="1"/>
              <a:t>menghubungkan</a:t>
            </a:r>
            <a:r>
              <a:rPr lang="en-AU" sz="1400" dirty="0"/>
              <a:t> node 7 </a:t>
            </a:r>
            <a:r>
              <a:rPr lang="en-AU" sz="1400" dirty="0" err="1"/>
              <a:t>ke</a:t>
            </a:r>
            <a:r>
              <a:rPr lang="en-AU" sz="1400" dirty="0"/>
              <a:t> node 6 </a:t>
            </a:r>
            <a:r>
              <a:rPr lang="en-AU" sz="1400" dirty="0" err="1"/>
              <a:t>tersebut</a:t>
            </a:r>
            <a:r>
              <a:rPr lang="en-AU" sz="1400" dirty="0"/>
              <a:t>. </a:t>
            </a:r>
            <a:endParaRPr lang="en-US" dirty="0"/>
          </a:p>
          <a:p>
            <a:pPr marL="152400" indent="0" algn="just">
              <a:buNone/>
            </a:pPr>
            <a:endParaRPr lang="en-AU" sz="1400" dirty="0"/>
          </a:p>
          <a:p>
            <a:pPr marL="152400" indent="0" algn="just">
              <a:buNone/>
            </a:pPr>
            <a:r>
              <a:rPr lang="en-AU" sz="1400" dirty="0" err="1"/>
              <a:t>Apabila</a:t>
            </a:r>
            <a:r>
              <a:rPr lang="en-AU" sz="1400" dirty="0"/>
              <a:t> </a:t>
            </a:r>
            <a:r>
              <a:rPr lang="en-AU" sz="1400" dirty="0" err="1"/>
              <a:t>visualisasi</a:t>
            </a:r>
            <a:r>
              <a:rPr lang="en-AU" sz="1400" dirty="0"/>
              <a:t> </a:t>
            </a:r>
            <a:r>
              <a:rPr lang="en-AU" sz="1400" dirty="0" err="1"/>
              <a:t>tersebut</a:t>
            </a:r>
            <a:r>
              <a:rPr lang="en-AU" sz="1400" dirty="0"/>
              <a:t> </a:t>
            </a:r>
            <a:r>
              <a:rPr lang="en-AU" sz="1400" dirty="0" err="1"/>
              <a:t>dijalankan</a:t>
            </a:r>
            <a:r>
              <a:rPr lang="en-AU" sz="1400" dirty="0"/>
              <a:t>, </a:t>
            </a:r>
            <a:r>
              <a:rPr lang="en-AU" sz="1400" dirty="0" err="1"/>
              <a:t>maka</a:t>
            </a:r>
            <a:r>
              <a:rPr lang="en-AU" sz="1400" dirty="0"/>
              <a:t> </a:t>
            </a:r>
            <a:r>
              <a:rPr lang="en-AU" sz="1400" dirty="0" err="1"/>
              <a:t>akan</a:t>
            </a:r>
            <a:r>
              <a:rPr lang="en-AU" sz="1400" dirty="0"/>
              <a:t> </a:t>
            </a:r>
            <a:r>
              <a:rPr lang="en-AU" sz="1400" dirty="0" err="1"/>
              <a:t>muncul</a:t>
            </a:r>
            <a:r>
              <a:rPr lang="en-AU" sz="1400" dirty="0"/>
              <a:t> </a:t>
            </a:r>
            <a:r>
              <a:rPr lang="en-AU" sz="1400" dirty="0" err="1"/>
              <a:t>gambaran</a:t>
            </a:r>
            <a:r>
              <a:rPr lang="en-AU" sz="1400" dirty="0"/>
              <a:t> </a:t>
            </a:r>
            <a:r>
              <a:rPr lang="en-AU" sz="1400" dirty="0" err="1"/>
              <a:t>dari</a:t>
            </a:r>
            <a:r>
              <a:rPr lang="en-AU" sz="1400" dirty="0"/>
              <a:t> </a:t>
            </a:r>
            <a:r>
              <a:rPr lang="en-AU" sz="1400" dirty="0" err="1"/>
              <a:t>pemetaan</a:t>
            </a:r>
            <a:r>
              <a:rPr lang="en-AU" sz="1400" dirty="0"/>
              <a:t> node </a:t>
            </a:r>
            <a:r>
              <a:rPr lang="en-AU" sz="1400" dirty="0" err="1"/>
              <a:t>secara</a:t>
            </a:r>
            <a:r>
              <a:rPr lang="en-AU" sz="1400" dirty="0"/>
              <a:t> </a:t>
            </a:r>
            <a:r>
              <a:rPr lang="en-AU" sz="1400" dirty="0" err="1"/>
              <a:t>keseluruhan</a:t>
            </a:r>
            <a:r>
              <a:rPr lang="en-AU" sz="1400" dirty="0"/>
              <a:t> yang </a:t>
            </a:r>
            <a:r>
              <a:rPr lang="en-AU" sz="1400" dirty="0" err="1"/>
              <a:t>menggambarkan</a:t>
            </a:r>
            <a:r>
              <a:rPr lang="en-AU" sz="1400" dirty="0"/>
              <a:t> </a:t>
            </a:r>
            <a:r>
              <a:rPr lang="en-AU" sz="1400" dirty="0" err="1"/>
              <a:t>jarak</a:t>
            </a:r>
            <a:r>
              <a:rPr lang="en-AU" sz="1400" dirty="0"/>
              <a:t> (</a:t>
            </a:r>
            <a:r>
              <a:rPr lang="en-AU" sz="1400" i="1" dirty="0"/>
              <a:t>cost total</a:t>
            </a:r>
            <a:r>
              <a:rPr lang="en-AU" sz="1400" dirty="0"/>
              <a:t>) </a:t>
            </a:r>
            <a:r>
              <a:rPr lang="en-AU" sz="1400" dirty="0" err="1"/>
              <a:t>antara</a:t>
            </a:r>
            <a:r>
              <a:rPr lang="en-AU" sz="1400" dirty="0"/>
              <a:t> node 7 </a:t>
            </a:r>
            <a:r>
              <a:rPr lang="en-AU" sz="1400" dirty="0" err="1"/>
              <a:t>dengan</a:t>
            </a:r>
            <a:r>
              <a:rPr lang="en-AU" sz="1400" dirty="0"/>
              <a:t> node 6.</a:t>
            </a:r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 algn="just">
              <a:buNone/>
            </a:pPr>
            <a:endParaRPr lang="id-ID" sz="1400" b="1" dirty="0"/>
          </a:p>
          <a:p>
            <a:pPr marL="152400" indent="0">
              <a:buNone/>
            </a:pPr>
            <a:endParaRPr lang="en-ID" sz="1400" b="1" dirty="0"/>
          </a:p>
        </p:txBody>
      </p:sp>
      <p:sp>
        <p:nvSpPr>
          <p:cNvPr id="18" name="Google Shape;2724;p34">
            <a:extLst>
              <a:ext uri="{FF2B5EF4-FFF2-40B4-BE49-F238E27FC236}">
                <a16:creationId xmlns:a16="http://schemas.microsoft.com/office/drawing/2014/main" id="{44EB8F51-976A-4713-B326-F13020CF34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6470" y="284777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04 </a:t>
            </a:r>
            <a:r>
              <a:rPr lang="en-US" sz="2200" dirty="0" err="1">
                <a:solidFill>
                  <a:schemeClr val="accent2"/>
                </a:solidFill>
              </a:rPr>
              <a:t>Visualisasi</a:t>
            </a:r>
            <a:r>
              <a:rPr lang="en-US" sz="2200" dirty="0">
                <a:solidFill>
                  <a:schemeClr val="accent2"/>
                </a:solidFill>
              </a:rPr>
              <a:t> (2)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6F79E1-2B4E-D6EC-988F-11755254A36C}"/>
              </a:ext>
            </a:extLst>
          </p:cNvPr>
          <p:cNvSpPr txBox="1"/>
          <p:nvPr/>
        </p:nvSpPr>
        <p:spPr>
          <a:xfrm>
            <a:off x="716705" y="4447938"/>
            <a:ext cx="7822001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 dirty="0">
                <a:solidFill>
                  <a:schemeClr val="bg1"/>
                </a:solidFill>
              </a:rPr>
              <a:t>Gambar 4.3. </a:t>
            </a:r>
            <a:r>
              <a:rPr lang="en-AU" sz="1050" dirty="0" err="1">
                <a:solidFill>
                  <a:schemeClr val="bg1"/>
                </a:solidFill>
              </a:rPr>
              <a:t>Pemetaan</a:t>
            </a:r>
            <a:r>
              <a:rPr lang="en-AU" sz="1050" dirty="0">
                <a:solidFill>
                  <a:schemeClr val="bg1"/>
                </a:solidFill>
              </a:rPr>
              <a:t> </a:t>
            </a:r>
            <a:r>
              <a:rPr lang="en-AU" sz="1050" i="1" dirty="0">
                <a:solidFill>
                  <a:schemeClr val="bg1"/>
                </a:solidFill>
              </a:rPr>
              <a:t>router graph </a:t>
            </a:r>
            <a:r>
              <a:rPr lang="en-AU" sz="1050" dirty="0">
                <a:solidFill>
                  <a:schemeClr val="bg1"/>
                </a:solidFill>
              </a:rPr>
              <a:t>pada ITB </a:t>
            </a:r>
            <a:r>
              <a:rPr lang="en-AU" sz="1050" dirty="0" err="1">
                <a:solidFill>
                  <a:schemeClr val="bg1"/>
                </a:solidFill>
              </a:rPr>
              <a:t>Jatinangor</a:t>
            </a:r>
            <a:r>
              <a:rPr lang="en-AU" sz="1050" dirty="0">
                <a:solidFill>
                  <a:schemeClr val="bg1"/>
                </a:solidFill>
              </a:rPr>
              <a:t> </a:t>
            </a:r>
            <a:r>
              <a:rPr lang="en-AU" sz="1050" dirty="0" err="1">
                <a:solidFill>
                  <a:schemeClr val="bg1"/>
                </a:solidFill>
              </a:rPr>
              <a:t>dengan</a:t>
            </a:r>
            <a:r>
              <a:rPr lang="en-AU" sz="1050" dirty="0">
                <a:solidFill>
                  <a:schemeClr val="bg1"/>
                </a:solidFill>
              </a:rPr>
              <a:t> </a:t>
            </a:r>
            <a:r>
              <a:rPr lang="en-AU" sz="1050" dirty="0" err="1">
                <a:solidFill>
                  <a:schemeClr val="bg1"/>
                </a:solidFill>
              </a:rPr>
              <a:t>menggunakan</a:t>
            </a:r>
            <a:r>
              <a:rPr lang="en-AU" sz="1050" dirty="0">
                <a:solidFill>
                  <a:schemeClr val="bg1"/>
                </a:solidFill>
              </a:rPr>
              <a:t> website </a:t>
            </a:r>
            <a:r>
              <a:rPr lang="en-AU" sz="1050" dirty="0" err="1">
                <a:solidFill>
                  <a:schemeClr val="bg1"/>
                </a:solidFill>
              </a:rPr>
              <a:t>VisuAlgo</a:t>
            </a:r>
            <a:r>
              <a:rPr lang="en-AU" sz="1050" dirty="0">
                <a:solidFill>
                  <a:schemeClr val="bg1"/>
                </a:solidFill>
              </a:rPr>
              <a:t> (2)</a:t>
            </a:r>
            <a:endParaRPr lang="en-US" sz="1050" dirty="0">
              <a:solidFill>
                <a:schemeClr val="bg1"/>
              </a:solidFill>
            </a:endParaRPr>
          </a:p>
          <a:p>
            <a:pPr algn="ctr"/>
            <a:r>
              <a:rPr lang="en-US" sz="1050" dirty="0" err="1">
                <a:solidFill>
                  <a:schemeClr val="bg1"/>
                </a:solidFill>
              </a:rPr>
              <a:t>Sumber</a:t>
            </a:r>
            <a:r>
              <a:rPr lang="en-US" sz="1050" dirty="0">
                <a:solidFill>
                  <a:schemeClr val="bg1"/>
                </a:solidFill>
              </a:rPr>
              <a:t>: </a:t>
            </a:r>
            <a:r>
              <a:rPr lang="en-US" sz="1050" dirty="0" err="1">
                <a:solidFill>
                  <a:schemeClr val="bg1"/>
                </a:solidFill>
              </a:rPr>
              <a:t>Penulis</a:t>
            </a:r>
            <a:endParaRPr lang="en-US" sz="1050" dirty="0">
              <a:solidFill>
                <a:schemeClr val="bg1"/>
              </a:solidFill>
            </a:endParaRP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9C0D5394-7FA7-4300-3158-5FB11DE2D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899" y="2203688"/>
            <a:ext cx="4818201" cy="218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5344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6" name="Google Shape;2726;p34"/>
          <p:cNvGrpSpPr/>
          <p:nvPr/>
        </p:nvGrpSpPr>
        <p:grpSpPr>
          <a:xfrm>
            <a:off x="7035049" y="578407"/>
            <a:ext cx="883262" cy="242091"/>
            <a:chOff x="2300350" y="2601250"/>
            <a:chExt cx="2275275" cy="623625"/>
          </a:xfrm>
        </p:grpSpPr>
        <p:sp>
          <p:nvSpPr>
            <p:cNvPr id="2727" name="Google Shape;2727;p3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3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3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3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3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3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B14A10-E881-40B4-904A-404A18710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620" y="700020"/>
            <a:ext cx="7717800" cy="3911700"/>
          </a:xfrm>
        </p:spPr>
        <p:txBody>
          <a:bodyPr/>
          <a:lstStyle/>
          <a:p>
            <a:pPr marL="152400" indent="0" algn="just">
              <a:buNone/>
            </a:pPr>
            <a:endParaRPr lang="en-AU" sz="1400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>
              <a:buNone/>
            </a:pPr>
            <a:endParaRPr lang="en-ID" sz="1400" b="1"/>
          </a:p>
        </p:txBody>
      </p:sp>
      <p:sp>
        <p:nvSpPr>
          <p:cNvPr id="18" name="Google Shape;2724;p34">
            <a:extLst>
              <a:ext uri="{FF2B5EF4-FFF2-40B4-BE49-F238E27FC236}">
                <a16:creationId xmlns:a16="http://schemas.microsoft.com/office/drawing/2014/main" id="{44EB8F51-976A-4713-B326-F13020CF34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0260" y="29556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>
                <a:solidFill>
                  <a:srgbClr val="FFFFFF"/>
                </a:solidFill>
              </a:rPr>
              <a:t>04 </a:t>
            </a:r>
            <a:r>
              <a:rPr lang="en-US" sz="2200" err="1">
                <a:solidFill>
                  <a:schemeClr val="accent2"/>
                </a:solidFill>
              </a:rPr>
              <a:t>Perhitungan</a:t>
            </a:r>
            <a:r>
              <a:rPr lang="en-US" sz="2200">
                <a:solidFill>
                  <a:schemeClr val="accent2"/>
                </a:solidFill>
              </a:rPr>
              <a:t> (1)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7770488-5E46-18E2-BC86-396C71C73208}"/>
              </a:ext>
            </a:extLst>
          </p:cNvPr>
          <p:cNvSpPr txBox="1">
            <a:spLocks/>
          </p:cNvSpPr>
          <p:nvPr/>
        </p:nvSpPr>
        <p:spPr>
          <a:xfrm>
            <a:off x="4632943" y="1622759"/>
            <a:ext cx="3968760" cy="3896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PT Sans"/>
              <a:buAutoNum type="arabicPeriod"/>
              <a:defRPr sz="12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152400" indent="0" algn="just">
              <a:buNone/>
            </a:pPr>
            <a:r>
              <a:rPr lang="en-AU" sz="1400"/>
              <a:t>Langkah </a:t>
            </a:r>
            <a:r>
              <a:rPr lang="en-AU" sz="1400" err="1"/>
              <a:t>perhitungan</a:t>
            </a:r>
            <a:r>
              <a:rPr lang="en-AU" sz="1400"/>
              <a:t>:</a:t>
            </a:r>
          </a:p>
          <a:p>
            <a:pPr marL="0" indent="0" algn="just">
              <a:buNone/>
            </a:pPr>
            <a:r>
              <a:rPr lang="en-AU" sz="1400"/>
              <a:t>1. </a:t>
            </a:r>
            <a:r>
              <a:rPr lang="en-AU" sz="1400" err="1"/>
              <a:t>Untuk</a:t>
            </a:r>
            <a:r>
              <a:rPr lang="en-AU" sz="1400"/>
              <a:t> step 0, </a:t>
            </a:r>
            <a:r>
              <a:rPr lang="en-AU" sz="1400" err="1"/>
              <a:t>pengecekan</a:t>
            </a:r>
            <a:r>
              <a:rPr lang="en-AU" sz="1400"/>
              <a:t> </a:t>
            </a:r>
            <a:r>
              <a:rPr lang="en-AU" sz="1400" err="1"/>
              <a:t>dilakukan</a:t>
            </a:r>
            <a:r>
              <a:rPr lang="en-AU" sz="1400"/>
              <a:t> </a:t>
            </a:r>
            <a:r>
              <a:rPr lang="en-AU" sz="1400" err="1"/>
              <a:t>dari</a:t>
            </a:r>
            <a:r>
              <a:rPr lang="en-AU" sz="1400"/>
              <a:t> </a:t>
            </a:r>
            <a:r>
              <a:rPr lang="en-AU" sz="1400" i="1"/>
              <a:t>node</a:t>
            </a:r>
            <a:r>
              <a:rPr lang="en-AU" sz="1400"/>
              <a:t> </a:t>
            </a:r>
            <a:r>
              <a:rPr lang="en-AU" sz="1400" err="1"/>
              <a:t>asalnya</a:t>
            </a:r>
            <a:r>
              <a:rPr lang="en-AU" sz="1400"/>
              <a:t> </a:t>
            </a:r>
            <a:r>
              <a:rPr lang="en-AU" sz="1400" err="1"/>
              <a:t>yaitu</a:t>
            </a:r>
            <a:r>
              <a:rPr lang="en-AU" sz="1400"/>
              <a:t> </a:t>
            </a:r>
            <a:r>
              <a:rPr lang="en-AU" sz="1400" i="1"/>
              <a:t>node</a:t>
            </a:r>
            <a:r>
              <a:rPr lang="en-AU" sz="1400"/>
              <a:t> 7, </a:t>
            </a:r>
            <a:r>
              <a:rPr lang="en-AU" sz="1400" err="1"/>
              <a:t>tinjau</a:t>
            </a:r>
            <a:r>
              <a:rPr lang="en-AU" sz="1400"/>
              <a:t> </a:t>
            </a:r>
            <a:r>
              <a:rPr lang="en-AU" sz="1400" err="1"/>
              <a:t>semua</a:t>
            </a:r>
            <a:r>
              <a:rPr lang="en-AU" sz="1400"/>
              <a:t> </a:t>
            </a:r>
            <a:r>
              <a:rPr lang="en-AU" sz="1400" err="1"/>
              <a:t>titik</a:t>
            </a:r>
            <a:r>
              <a:rPr lang="en-AU" sz="1400"/>
              <a:t> yang </a:t>
            </a:r>
            <a:r>
              <a:rPr lang="en-AU" sz="1400" err="1"/>
              <a:t>berkaitan</a:t>
            </a:r>
            <a:r>
              <a:rPr lang="en-AU" sz="1400"/>
              <a:t> </a:t>
            </a:r>
            <a:r>
              <a:rPr lang="en-AU" sz="1400" err="1"/>
              <a:t>dengan</a:t>
            </a:r>
            <a:r>
              <a:rPr lang="en-AU" sz="1400"/>
              <a:t> </a:t>
            </a:r>
            <a:r>
              <a:rPr lang="en-AU" sz="1400" i="1"/>
              <a:t>node</a:t>
            </a:r>
            <a:r>
              <a:rPr lang="en-AU" sz="1400"/>
              <a:t> </a:t>
            </a:r>
            <a:r>
              <a:rPr lang="en-AU" sz="1400" err="1"/>
              <a:t>asal</a:t>
            </a:r>
            <a:r>
              <a:rPr lang="en-AU" sz="1400"/>
              <a:t>, </a:t>
            </a:r>
            <a:r>
              <a:rPr lang="en-AU" sz="1400" err="1"/>
              <a:t>untuk</a:t>
            </a:r>
            <a:r>
              <a:rPr lang="en-AU" sz="1400"/>
              <a:t> graph yang </a:t>
            </a:r>
            <a:r>
              <a:rPr lang="en-AU" sz="1400" err="1"/>
              <a:t>terhubung</a:t>
            </a:r>
            <a:r>
              <a:rPr lang="en-AU" sz="1400"/>
              <a:t> dan </a:t>
            </a:r>
            <a:r>
              <a:rPr lang="en-AU" sz="1400" err="1"/>
              <a:t>berarah</a:t>
            </a:r>
            <a:r>
              <a:rPr lang="en-AU" sz="1400"/>
              <a:t> </a:t>
            </a:r>
            <a:r>
              <a:rPr lang="en-AU" sz="1400" err="1"/>
              <a:t>maka</a:t>
            </a:r>
            <a:r>
              <a:rPr lang="en-AU" sz="1400"/>
              <a:t> </a:t>
            </a:r>
            <a:r>
              <a:rPr lang="en-AU" sz="1400" err="1"/>
              <a:t>akan</a:t>
            </a:r>
            <a:r>
              <a:rPr lang="en-AU" sz="1400"/>
              <a:t> </a:t>
            </a:r>
            <a:r>
              <a:rPr lang="en-AU" sz="1400" err="1"/>
              <a:t>memiliki</a:t>
            </a:r>
            <a:r>
              <a:rPr lang="en-AU" sz="1400"/>
              <a:t> </a:t>
            </a:r>
            <a:r>
              <a:rPr lang="en-AU" sz="1400" err="1"/>
              <a:t>nilai</a:t>
            </a:r>
            <a:r>
              <a:rPr lang="en-AU" sz="1400"/>
              <a:t> </a:t>
            </a:r>
            <a:r>
              <a:rPr lang="en-AU" sz="1400" err="1"/>
              <a:t>beban</a:t>
            </a:r>
            <a:r>
              <a:rPr lang="en-AU" sz="1400"/>
              <a:t> </a:t>
            </a:r>
            <a:r>
              <a:rPr lang="en-AU" sz="1400" err="1"/>
              <a:t>tertentu</a:t>
            </a:r>
            <a:r>
              <a:rPr lang="en-AU" sz="1400"/>
              <a:t>, </a:t>
            </a:r>
            <a:r>
              <a:rPr lang="en-AU" sz="1400" err="1"/>
              <a:t>sedangkan</a:t>
            </a:r>
            <a:r>
              <a:rPr lang="en-AU" sz="1400"/>
              <a:t> graph yang </a:t>
            </a:r>
            <a:r>
              <a:rPr lang="en-AU" sz="1400" err="1"/>
              <a:t>tidak</a:t>
            </a:r>
            <a:r>
              <a:rPr lang="en-AU" sz="1400"/>
              <a:t> </a:t>
            </a:r>
            <a:r>
              <a:rPr lang="en-AU" sz="1400" err="1"/>
              <a:t>terhubung</a:t>
            </a:r>
            <a:r>
              <a:rPr lang="en-AU" sz="1400"/>
              <a:t> </a:t>
            </a:r>
            <a:r>
              <a:rPr lang="en-AU" sz="1400" err="1"/>
              <a:t>langsung</a:t>
            </a:r>
            <a:r>
              <a:rPr lang="en-AU" sz="1400"/>
              <a:t> </a:t>
            </a:r>
            <a:r>
              <a:rPr lang="en-AU" sz="1400" err="1"/>
              <a:t>dengan</a:t>
            </a:r>
            <a:r>
              <a:rPr lang="en-AU" sz="1400"/>
              <a:t> </a:t>
            </a:r>
            <a:r>
              <a:rPr lang="en-AU" sz="1400" i="1"/>
              <a:t>node</a:t>
            </a:r>
            <a:r>
              <a:rPr lang="en-AU" sz="1400"/>
              <a:t> 7 dianggap </a:t>
            </a:r>
            <a:r>
              <a:rPr lang="en-AU" sz="1400" err="1"/>
              <a:t>bernilai</a:t>
            </a:r>
            <a:r>
              <a:rPr lang="en-AU" sz="1400"/>
              <a:t> </a:t>
            </a:r>
            <a:r>
              <a:rPr lang="en-AU" sz="1400" err="1"/>
              <a:t>tak</a:t>
            </a:r>
            <a:r>
              <a:rPr lang="en-AU" sz="1400"/>
              <a:t> </a:t>
            </a:r>
            <a:r>
              <a:rPr lang="en-AU" sz="1400" err="1"/>
              <a:t>hingga</a:t>
            </a:r>
            <a:r>
              <a:rPr lang="en-AU" sz="1400"/>
              <a:t> (∞) )</a:t>
            </a:r>
            <a:endParaRPr lang="en-AU"/>
          </a:p>
          <a:p>
            <a:pPr marL="342900" indent="-342900" algn="just"/>
            <a:endParaRPr lang="en-AU" sz="1400"/>
          </a:p>
          <a:p>
            <a:pPr marL="0" indent="0" algn="just">
              <a:buNone/>
            </a:pPr>
            <a:r>
              <a:rPr lang="en-AU" sz="1400"/>
              <a:t>2. Dari step 0, </a:t>
            </a:r>
            <a:r>
              <a:rPr lang="en-AU" sz="1400" err="1"/>
              <a:t>didapatkan</a:t>
            </a:r>
            <a:r>
              <a:rPr lang="en-AU" sz="1400"/>
              <a:t> </a:t>
            </a:r>
            <a:r>
              <a:rPr lang="en-AU" sz="1400" err="1"/>
              <a:t>untuk</a:t>
            </a:r>
            <a:r>
              <a:rPr lang="en-AU" sz="1400"/>
              <a:t> </a:t>
            </a:r>
            <a:r>
              <a:rPr lang="en-AU" sz="1400" err="1"/>
              <a:t>nilai</a:t>
            </a:r>
            <a:r>
              <a:rPr lang="en-AU" sz="1400"/>
              <a:t> </a:t>
            </a:r>
            <a:r>
              <a:rPr lang="en-AU" sz="1400" err="1"/>
              <a:t>beban</a:t>
            </a:r>
            <a:r>
              <a:rPr lang="en-AU" sz="1400"/>
              <a:t> </a:t>
            </a:r>
            <a:r>
              <a:rPr lang="en-AU" sz="1400" err="1"/>
              <a:t>terendah</a:t>
            </a:r>
            <a:r>
              <a:rPr lang="en-AU" sz="1400"/>
              <a:t> </a:t>
            </a:r>
            <a:r>
              <a:rPr lang="en-AU" sz="1400" err="1"/>
              <a:t>adalah</a:t>
            </a:r>
            <a:r>
              <a:rPr lang="en-AU" sz="1400"/>
              <a:t> yang </a:t>
            </a:r>
            <a:r>
              <a:rPr lang="en-AU" sz="1400" err="1"/>
              <a:t>menuju</a:t>
            </a:r>
            <a:r>
              <a:rPr lang="en-AU" sz="1400"/>
              <a:t> </a:t>
            </a:r>
            <a:r>
              <a:rPr lang="en-AU" sz="1400" i="1"/>
              <a:t>node</a:t>
            </a:r>
            <a:r>
              <a:rPr lang="en-AU" sz="1400"/>
              <a:t> 1 </a:t>
            </a:r>
            <a:r>
              <a:rPr lang="en-AU" sz="1400" err="1"/>
              <a:t>sebesar</a:t>
            </a:r>
            <a:r>
              <a:rPr lang="en-AU" sz="1400"/>
              <a:t> 2 </a:t>
            </a:r>
            <a:r>
              <a:rPr lang="en-AU" sz="1400" err="1"/>
              <a:t>satuan</a:t>
            </a:r>
            <a:r>
              <a:rPr lang="en-AU" sz="1400"/>
              <a:t> </a:t>
            </a:r>
            <a:r>
              <a:rPr lang="en-AU" sz="1400" err="1"/>
              <a:t>sehingga</a:t>
            </a:r>
            <a:r>
              <a:rPr lang="en-AU" sz="1400"/>
              <a:t> </a:t>
            </a:r>
            <a:r>
              <a:rPr lang="en-AU" sz="1400" err="1"/>
              <a:t>pengecekan</a:t>
            </a:r>
            <a:r>
              <a:rPr lang="en-AU" sz="1400"/>
              <a:t> </a:t>
            </a:r>
            <a:r>
              <a:rPr lang="en-AU" sz="1400" err="1"/>
              <a:t>berlanjut</a:t>
            </a:r>
            <a:r>
              <a:rPr lang="en-AU" sz="1400"/>
              <a:t> </a:t>
            </a:r>
            <a:r>
              <a:rPr lang="id-ID" sz="1400"/>
              <a:t>dari </a:t>
            </a:r>
            <a:r>
              <a:rPr lang="id-ID" sz="1400" i="1" err="1"/>
              <a:t>node</a:t>
            </a:r>
            <a:r>
              <a:rPr lang="id-ID" sz="1400"/>
              <a:t> </a:t>
            </a:r>
            <a:r>
              <a:rPr lang="en-US" sz="1400"/>
              <a:t>1</a:t>
            </a:r>
          </a:p>
          <a:p>
            <a:pPr marL="342900" indent="-342900" algn="just">
              <a:buAutoNum type="arabicPeriod" startAt="2"/>
            </a:pPr>
            <a:endParaRPr lang="en-AU" sz="1400"/>
          </a:p>
          <a:p>
            <a:pPr marL="342900" indent="-342900" algn="just">
              <a:buAutoNum type="arabicPeriod" startAt="3"/>
            </a:pPr>
            <a:endParaRPr lang="en-AU" sz="1400"/>
          </a:p>
          <a:p>
            <a:pPr marL="152400" indent="0" algn="just">
              <a:buNone/>
            </a:pPr>
            <a:endParaRPr lang="en-AU" sz="1400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>
              <a:buFont typeface="PT Sans"/>
              <a:buNone/>
            </a:pPr>
            <a:endParaRPr lang="en-ID" sz="1400" b="1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7E5A3843-9EDC-F7C7-945A-F2D365E4B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721" y="1850447"/>
            <a:ext cx="3954780" cy="20227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1DB16A-6DD5-70E0-BE42-94FC95D442A6}"/>
              </a:ext>
            </a:extLst>
          </p:cNvPr>
          <p:cNvSpPr txBox="1"/>
          <p:nvPr/>
        </p:nvSpPr>
        <p:spPr>
          <a:xfrm>
            <a:off x="586129" y="1085095"/>
            <a:ext cx="4041763" cy="73866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PT Sans"/>
              </a:rPr>
              <a:t>Tabel 4.1 Tabel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langkah-langkah</a:t>
            </a:r>
            <a:r>
              <a:rPr lang="en-US">
                <a:solidFill>
                  <a:srgbClr val="FFFFFF"/>
                </a:solidFill>
                <a:latin typeface="PT Sans"/>
              </a:rPr>
              <a:t>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penentuan</a:t>
            </a:r>
            <a:r>
              <a:rPr lang="en-US">
                <a:solidFill>
                  <a:srgbClr val="FFFFFF"/>
                </a:solidFill>
                <a:latin typeface="PT Sans"/>
              </a:rPr>
              <a:t>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jarak</a:t>
            </a:r>
            <a:r>
              <a:rPr lang="en-US">
                <a:solidFill>
                  <a:srgbClr val="FFFFFF"/>
                </a:solidFill>
                <a:latin typeface="PT Sans"/>
              </a:rPr>
              <a:t>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terdekat</a:t>
            </a:r>
            <a:r>
              <a:rPr lang="en-US">
                <a:solidFill>
                  <a:srgbClr val="FFFFFF"/>
                </a:solidFill>
                <a:latin typeface="PT Sans"/>
              </a:rPr>
              <a:t>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dari</a:t>
            </a:r>
            <a:r>
              <a:rPr lang="en-US">
                <a:solidFill>
                  <a:srgbClr val="FFFFFF"/>
                </a:solidFill>
                <a:latin typeface="PT Sans"/>
              </a:rPr>
              <a:t>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posisi</a:t>
            </a:r>
            <a:r>
              <a:rPr lang="en-US">
                <a:solidFill>
                  <a:srgbClr val="FFFFFF"/>
                </a:solidFill>
                <a:latin typeface="PT Sans"/>
              </a:rPr>
              <a:t> node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utama</a:t>
            </a:r>
            <a:r>
              <a:rPr lang="en-US">
                <a:solidFill>
                  <a:srgbClr val="FFFFFF"/>
                </a:solidFill>
                <a:latin typeface="PT Sans"/>
              </a:rPr>
              <a:t> (device)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terhadap</a:t>
            </a:r>
            <a:r>
              <a:rPr lang="en-US">
                <a:solidFill>
                  <a:srgbClr val="FFFFFF"/>
                </a:solidFill>
                <a:latin typeface="PT Sans"/>
              </a:rPr>
              <a:t> router internet</a:t>
            </a:r>
          </a:p>
        </p:txBody>
      </p:sp>
    </p:spTree>
    <p:extLst>
      <p:ext uri="{BB962C8B-B14F-4D97-AF65-F5344CB8AC3E}">
        <p14:creationId xmlns:p14="http://schemas.microsoft.com/office/powerpoint/2010/main" val="35813958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6" name="Google Shape;2726;p34"/>
          <p:cNvGrpSpPr/>
          <p:nvPr/>
        </p:nvGrpSpPr>
        <p:grpSpPr>
          <a:xfrm>
            <a:off x="7035049" y="578407"/>
            <a:ext cx="883262" cy="242091"/>
            <a:chOff x="2300350" y="2601250"/>
            <a:chExt cx="2275275" cy="623625"/>
          </a:xfrm>
        </p:grpSpPr>
        <p:sp>
          <p:nvSpPr>
            <p:cNvPr id="2727" name="Google Shape;2727;p3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3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3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3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3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3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B14A10-E881-40B4-904A-404A18710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620" y="700020"/>
            <a:ext cx="7717800" cy="3911700"/>
          </a:xfrm>
        </p:spPr>
        <p:txBody>
          <a:bodyPr/>
          <a:lstStyle/>
          <a:p>
            <a:pPr marL="152400" indent="0" algn="just">
              <a:buNone/>
            </a:pPr>
            <a:endParaRPr lang="en-AU" sz="1400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>
              <a:buNone/>
            </a:pPr>
            <a:endParaRPr lang="en-ID" sz="1400" b="1"/>
          </a:p>
        </p:txBody>
      </p:sp>
      <p:sp>
        <p:nvSpPr>
          <p:cNvPr id="18" name="Google Shape;2724;p34">
            <a:extLst>
              <a:ext uri="{FF2B5EF4-FFF2-40B4-BE49-F238E27FC236}">
                <a16:creationId xmlns:a16="http://schemas.microsoft.com/office/drawing/2014/main" id="{44EB8F51-976A-4713-B326-F13020CF34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0260" y="29556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>
                <a:solidFill>
                  <a:srgbClr val="FFFFFF"/>
                </a:solidFill>
              </a:rPr>
              <a:t>04 </a:t>
            </a:r>
            <a:r>
              <a:rPr lang="en-US" sz="2200" err="1">
                <a:solidFill>
                  <a:schemeClr val="accent2"/>
                </a:solidFill>
              </a:rPr>
              <a:t>Perhitungan</a:t>
            </a:r>
            <a:r>
              <a:rPr lang="en-US" sz="2200">
                <a:solidFill>
                  <a:schemeClr val="accent2"/>
                </a:solidFill>
              </a:rPr>
              <a:t> (2)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7770488-5E46-18E2-BC86-396C71C73208}"/>
              </a:ext>
            </a:extLst>
          </p:cNvPr>
          <p:cNvSpPr txBox="1">
            <a:spLocks/>
          </p:cNvSpPr>
          <p:nvPr/>
        </p:nvSpPr>
        <p:spPr>
          <a:xfrm>
            <a:off x="4622160" y="1029693"/>
            <a:ext cx="3968760" cy="3896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PT Sans"/>
              <a:buAutoNum type="arabicPeriod"/>
              <a:defRPr sz="12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152400" indent="0" algn="just">
              <a:buNone/>
            </a:pPr>
            <a:r>
              <a:rPr lang="en-AU" sz="1400"/>
              <a:t>Langkah </a:t>
            </a:r>
            <a:r>
              <a:rPr lang="en-AU" sz="1400" err="1"/>
              <a:t>perhitungan</a:t>
            </a:r>
            <a:r>
              <a:rPr lang="en-AU" sz="1400"/>
              <a:t>:</a:t>
            </a:r>
          </a:p>
          <a:p>
            <a:pPr marL="0" indent="0" algn="just">
              <a:buNone/>
            </a:pPr>
            <a:r>
              <a:rPr lang="en-AU" sz="1400"/>
              <a:t>3. </a:t>
            </a:r>
            <a:r>
              <a:rPr lang="en-AU" sz="1400" err="1"/>
              <a:t>Untuk</a:t>
            </a:r>
            <a:r>
              <a:rPr lang="en-AU" sz="1400"/>
              <a:t> step 1, </a:t>
            </a:r>
            <a:r>
              <a:rPr lang="id-ID" sz="1400"/>
              <a:t>pengecekan berlanjut dari </a:t>
            </a:r>
            <a:r>
              <a:rPr lang="id-ID" sz="1400" err="1"/>
              <a:t>node</a:t>
            </a:r>
            <a:r>
              <a:rPr lang="id-ID" sz="1400"/>
              <a:t> </a:t>
            </a:r>
            <a:r>
              <a:rPr lang="en-US" sz="1400"/>
              <a:t>1</a:t>
            </a:r>
            <a:r>
              <a:rPr lang="id-ID" sz="1400"/>
              <a:t> dan meninjau </a:t>
            </a:r>
            <a:r>
              <a:rPr lang="en-US" sz="1400" i="1"/>
              <a:t>node</a:t>
            </a:r>
            <a:r>
              <a:rPr lang="en-US" sz="1400"/>
              <a:t> </a:t>
            </a:r>
            <a:r>
              <a:rPr lang="en-US" sz="1400" err="1"/>
              <a:t>sebelumnya</a:t>
            </a:r>
            <a:r>
              <a:rPr lang="en-US" sz="1400"/>
              <a:t> dan juga </a:t>
            </a:r>
            <a:r>
              <a:rPr lang="en-US" sz="1400" i="1"/>
              <a:t>node</a:t>
            </a:r>
            <a:r>
              <a:rPr lang="en-US" sz="1400"/>
              <a:t> </a:t>
            </a:r>
            <a:r>
              <a:rPr lang="en-US" sz="1400" err="1"/>
              <a:t>baru</a:t>
            </a:r>
            <a:r>
              <a:rPr lang="en-US" sz="1400"/>
              <a:t> yang </a:t>
            </a:r>
            <a:r>
              <a:rPr lang="en-US" sz="1400" err="1"/>
              <a:t>terhubung</a:t>
            </a:r>
            <a:r>
              <a:rPr lang="en-US" sz="1400"/>
              <a:t> </a:t>
            </a:r>
            <a:r>
              <a:rPr lang="en-US" sz="1400" err="1"/>
              <a:t>dengan</a:t>
            </a:r>
            <a:r>
              <a:rPr lang="en-US" sz="1400"/>
              <a:t> </a:t>
            </a:r>
            <a:r>
              <a:rPr lang="en-US" sz="1400" i="1"/>
              <a:t>node </a:t>
            </a:r>
            <a:r>
              <a:rPr lang="en-US" sz="1400"/>
              <a:t>1 </a:t>
            </a:r>
            <a:r>
              <a:rPr lang="en-US" sz="1400" err="1"/>
              <a:t>yaitu</a:t>
            </a:r>
            <a:r>
              <a:rPr lang="en-US" sz="1400"/>
              <a:t> </a:t>
            </a:r>
            <a:r>
              <a:rPr lang="en-US" sz="1400" i="1"/>
              <a:t>node </a:t>
            </a:r>
            <a:r>
              <a:rPr lang="en-US" sz="1400"/>
              <a:t>0.</a:t>
            </a:r>
            <a:r>
              <a:rPr lang="id-ID" sz="1400"/>
              <a:t> D</a:t>
            </a:r>
            <a:r>
              <a:rPr lang="en-AU" sz="1400" err="1"/>
              <a:t>idapatkan</a:t>
            </a:r>
            <a:r>
              <a:rPr lang="en-AU" sz="1400"/>
              <a:t> </a:t>
            </a:r>
            <a:r>
              <a:rPr lang="en-AU" sz="1400" err="1"/>
              <a:t>nilai</a:t>
            </a:r>
            <a:r>
              <a:rPr lang="en-AU" sz="1400"/>
              <a:t> node </a:t>
            </a:r>
            <a:r>
              <a:rPr lang="en-AU" sz="1400" err="1"/>
              <a:t>terendah</a:t>
            </a:r>
            <a:r>
              <a:rPr lang="en-AU" sz="1400"/>
              <a:t> </a:t>
            </a:r>
            <a:r>
              <a:rPr lang="en-AU" sz="1400" err="1"/>
              <a:t>adalah</a:t>
            </a:r>
            <a:r>
              <a:rPr lang="en-AU" sz="1400"/>
              <a:t> yang </a:t>
            </a:r>
            <a:r>
              <a:rPr lang="en-AU" sz="1400" err="1"/>
              <a:t>berasal</a:t>
            </a:r>
            <a:r>
              <a:rPr lang="en-AU" sz="1400"/>
              <a:t> </a:t>
            </a:r>
            <a:r>
              <a:rPr lang="en-AU" sz="1400" err="1"/>
              <a:t>dari</a:t>
            </a:r>
            <a:r>
              <a:rPr lang="en-AU" sz="1400"/>
              <a:t> </a:t>
            </a:r>
            <a:r>
              <a:rPr lang="en-AU" sz="1400" i="1"/>
              <a:t>node</a:t>
            </a:r>
            <a:r>
              <a:rPr lang="en-AU" sz="1400"/>
              <a:t> </a:t>
            </a:r>
            <a:r>
              <a:rPr lang="en-AU" sz="1400" err="1"/>
              <a:t>asal</a:t>
            </a:r>
            <a:r>
              <a:rPr lang="en-AU" sz="1400"/>
              <a:t> 7 </a:t>
            </a:r>
            <a:r>
              <a:rPr lang="en-AU" sz="1400" err="1"/>
              <a:t>menuju</a:t>
            </a:r>
            <a:r>
              <a:rPr lang="en-AU" sz="1400"/>
              <a:t> </a:t>
            </a:r>
            <a:r>
              <a:rPr lang="en-AU" sz="1400" err="1"/>
              <a:t>ke</a:t>
            </a:r>
            <a:r>
              <a:rPr lang="en-AU" sz="1400"/>
              <a:t> </a:t>
            </a:r>
            <a:r>
              <a:rPr lang="en-AU" sz="1400" i="1"/>
              <a:t>node</a:t>
            </a:r>
            <a:r>
              <a:rPr lang="en-AU" sz="1400"/>
              <a:t> 5 </a:t>
            </a:r>
            <a:r>
              <a:rPr lang="en-AU" sz="1400" err="1"/>
              <a:t>sehingga</a:t>
            </a:r>
            <a:r>
              <a:rPr lang="en-AU" sz="1400"/>
              <a:t> </a:t>
            </a:r>
            <a:r>
              <a:rPr lang="en-AU" sz="1400" err="1"/>
              <a:t>pengecekan</a:t>
            </a:r>
            <a:r>
              <a:rPr lang="en-AU" sz="1400"/>
              <a:t> </a:t>
            </a:r>
            <a:r>
              <a:rPr lang="en-AU" sz="1400" err="1"/>
              <a:t>berlanjut</a:t>
            </a:r>
            <a:r>
              <a:rPr lang="en-AU" sz="1400"/>
              <a:t> </a:t>
            </a:r>
            <a:r>
              <a:rPr lang="en-AU" sz="1400" err="1"/>
              <a:t>dari</a:t>
            </a:r>
            <a:r>
              <a:rPr lang="en-AU" sz="1400"/>
              <a:t> </a:t>
            </a:r>
            <a:r>
              <a:rPr lang="en-AU" sz="1400" i="1"/>
              <a:t>node</a:t>
            </a:r>
            <a:r>
              <a:rPr lang="en-AU" sz="1400"/>
              <a:t> 5.</a:t>
            </a:r>
          </a:p>
          <a:p>
            <a:pPr marL="342900" indent="-342900" algn="just"/>
            <a:endParaRPr lang="en-AU" sz="1400"/>
          </a:p>
          <a:p>
            <a:pPr marL="0" indent="0" algn="just">
              <a:buNone/>
            </a:pPr>
            <a:r>
              <a:rPr lang="en-AU" sz="1400"/>
              <a:t>4. Masuk </a:t>
            </a:r>
            <a:r>
              <a:rPr lang="en-AU" sz="1400" err="1"/>
              <a:t>ke</a:t>
            </a:r>
            <a:r>
              <a:rPr lang="en-AU" sz="1400"/>
              <a:t> step 2, </a:t>
            </a:r>
            <a:r>
              <a:rPr lang="en-AU" sz="1400" err="1"/>
              <a:t>peninjauan</a:t>
            </a:r>
            <a:r>
              <a:rPr lang="en-AU" sz="1400"/>
              <a:t> </a:t>
            </a:r>
            <a:r>
              <a:rPr lang="en-AU" sz="1400" err="1"/>
              <a:t>dilakukan</a:t>
            </a:r>
            <a:r>
              <a:rPr lang="en-AU" sz="1400"/>
              <a:t> pada </a:t>
            </a:r>
            <a:r>
              <a:rPr lang="en-AU" sz="1400" i="1"/>
              <a:t>node</a:t>
            </a:r>
            <a:r>
              <a:rPr lang="en-AU" sz="1400"/>
              <a:t> 0 </a:t>
            </a:r>
            <a:r>
              <a:rPr lang="en-AU" sz="1400" err="1"/>
              <a:t>karena</a:t>
            </a:r>
            <a:r>
              <a:rPr lang="en-AU" sz="1400"/>
              <a:t> </a:t>
            </a:r>
            <a:r>
              <a:rPr lang="en-AU" sz="1400" err="1"/>
              <a:t>hanya</a:t>
            </a:r>
            <a:r>
              <a:rPr lang="en-AU" sz="1400"/>
              <a:t> </a:t>
            </a:r>
            <a:r>
              <a:rPr lang="en-AU" sz="1400" i="1"/>
              <a:t>node</a:t>
            </a:r>
            <a:r>
              <a:rPr lang="en-AU" sz="1400"/>
              <a:t> </a:t>
            </a:r>
            <a:r>
              <a:rPr lang="en-AU" sz="1400" err="1"/>
              <a:t>ini</a:t>
            </a:r>
            <a:r>
              <a:rPr lang="en-AU" sz="1400"/>
              <a:t> yang </a:t>
            </a:r>
            <a:r>
              <a:rPr lang="en-AU" sz="1400" err="1"/>
              <a:t>berkaitan</a:t>
            </a:r>
            <a:r>
              <a:rPr lang="en-AU" sz="1400"/>
              <a:t> </a:t>
            </a:r>
            <a:r>
              <a:rPr lang="en-AU" sz="1400" err="1"/>
              <a:t>dengan</a:t>
            </a:r>
            <a:r>
              <a:rPr lang="en-AU" sz="1400"/>
              <a:t> </a:t>
            </a:r>
            <a:r>
              <a:rPr lang="en-AU" sz="1400" i="1"/>
              <a:t>node</a:t>
            </a:r>
            <a:r>
              <a:rPr lang="en-AU" sz="1400"/>
              <a:t> 1 dan </a:t>
            </a:r>
            <a:r>
              <a:rPr lang="en-AU" sz="1400" i="1"/>
              <a:t>node</a:t>
            </a:r>
            <a:r>
              <a:rPr lang="en-AU" sz="1400"/>
              <a:t> 5. </a:t>
            </a:r>
            <a:r>
              <a:rPr lang="en-AU" sz="1400" err="1"/>
              <a:t>Didapatkan</a:t>
            </a:r>
            <a:r>
              <a:rPr lang="en-AU" sz="1400"/>
              <a:t> </a:t>
            </a:r>
            <a:r>
              <a:rPr lang="en-AU" sz="1400" err="1"/>
              <a:t>nilai</a:t>
            </a:r>
            <a:r>
              <a:rPr lang="en-AU" sz="1400"/>
              <a:t> </a:t>
            </a:r>
            <a:r>
              <a:rPr lang="en-AU" sz="1400" err="1"/>
              <a:t>untuk</a:t>
            </a:r>
            <a:r>
              <a:rPr lang="en-AU" sz="1400"/>
              <a:t> </a:t>
            </a:r>
            <a:r>
              <a:rPr lang="en-AU" sz="1400" err="1"/>
              <a:t>menuju</a:t>
            </a:r>
            <a:r>
              <a:rPr lang="en-AU" sz="1400"/>
              <a:t> </a:t>
            </a:r>
            <a:r>
              <a:rPr lang="en-AU" sz="1400" i="1"/>
              <a:t>node</a:t>
            </a:r>
            <a:r>
              <a:rPr lang="en-AU" sz="1400"/>
              <a:t> 0 </a:t>
            </a:r>
            <a:r>
              <a:rPr lang="en-AU" sz="1400" err="1"/>
              <a:t>sebesar</a:t>
            </a:r>
            <a:r>
              <a:rPr lang="en-AU" sz="1400"/>
              <a:t> 4 </a:t>
            </a:r>
            <a:r>
              <a:rPr lang="en-AU" sz="1400" err="1"/>
              <a:t>satuan</a:t>
            </a:r>
            <a:r>
              <a:rPr lang="en-AU" sz="1400"/>
              <a:t> </a:t>
            </a:r>
            <a:r>
              <a:rPr lang="en-AU" sz="1400" err="1"/>
              <a:t>sehingga</a:t>
            </a:r>
            <a:r>
              <a:rPr lang="en-AU" sz="1400"/>
              <a:t> </a:t>
            </a:r>
            <a:r>
              <a:rPr lang="en-AU" sz="1400" err="1"/>
              <a:t>pengecekan</a:t>
            </a:r>
            <a:r>
              <a:rPr lang="en-AU" sz="1400"/>
              <a:t> </a:t>
            </a:r>
            <a:r>
              <a:rPr lang="en-AU" sz="1400" err="1"/>
              <a:t>berlanjut</a:t>
            </a:r>
            <a:r>
              <a:rPr lang="en-AU" sz="1400"/>
              <a:t> </a:t>
            </a:r>
            <a:r>
              <a:rPr lang="en-AU" sz="1400" err="1"/>
              <a:t>dari</a:t>
            </a:r>
            <a:r>
              <a:rPr lang="en-AU" sz="1400"/>
              <a:t> </a:t>
            </a:r>
            <a:r>
              <a:rPr lang="en-AU" sz="1400" i="1"/>
              <a:t>node</a:t>
            </a:r>
            <a:r>
              <a:rPr lang="en-AU" sz="1400"/>
              <a:t> 0.</a:t>
            </a:r>
          </a:p>
          <a:p>
            <a:pPr marL="342900" indent="-342900" algn="just">
              <a:buAutoNum type="arabicPeriod" startAt="2"/>
            </a:pPr>
            <a:endParaRPr lang="en-AU" sz="1400"/>
          </a:p>
          <a:p>
            <a:pPr marL="342900" indent="-342900" algn="just">
              <a:buAutoNum type="arabicPeriod" startAt="3"/>
            </a:pPr>
            <a:endParaRPr lang="en-AU" sz="1400"/>
          </a:p>
          <a:p>
            <a:pPr marL="152400" indent="0" algn="just">
              <a:buNone/>
            </a:pPr>
            <a:endParaRPr lang="en-AU" sz="1400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>
              <a:buFont typeface="PT Sans"/>
              <a:buNone/>
            </a:pPr>
            <a:endParaRPr lang="en-ID" sz="1400" b="1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7E5A3843-9EDC-F7C7-945A-F2D365E4B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721" y="1850447"/>
            <a:ext cx="3954780" cy="20227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1DB16A-6DD5-70E0-BE42-94FC95D442A6}"/>
              </a:ext>
            </a:extLst>
          </p:cNvPr>
          <p:cNvSpPr txBox="1"/>
          <p:nvPr/>
        </p:nvSpPr>
        <p:spPr>
          <a:xfrm>
            <a:off x="586129" y="1085095"/>
            <a:ext cx="4041763" cy="73866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PT Sans"/>
              </a:rPr>
              <a:t>Tabel 4.1 Tabel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langkah-langkah</a:t>
            </a:r>
            <a:r>
              <a:rPr lang="en-US">
                <a:solidFill>
                  <a:srgbClr val="FFFFFF"/>
                </a:solidFill>
                <a:latin typeface="PT Sans"/>
              </a:rPr>
              <a:t>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penentuan</a:t>
            </a:r>
            <a:r>
              <a:rPr lang="en-US">
                <a:solidFill>
                  <a:srgbClr val="FFFFFF"/>
                </a:solidFill>
                <a:latin typeface="PT Sans"/>
              </a:rPr>
              <a:t>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jarak</a:t>
            </a:r>
            <a:r>
              <a:rPr lang="en-US">
                <a:solidFill>
                  <a:srgbClr val="FFFFFF"/>
                </a:solidFill>
                <a:latin typeface="PT Sans"/>
              </a:rPr>
              <a:t>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terdekat</a:t>
            </a:r>
            <a:r>
              <a:rPr lang="en-US">
                <a:solidFill>
                  <a:srgbClr val="FFFFFF"/>
                </a:solidFill>
                <a:latin typeface="PT Sans"/>
              </a:rPr>
              <a:t>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dari</a:t>
            </a:r>
            <a:r>
              <a:rPr lang="en-US">
                <a:solidFill>
                  <a:srgbClr val="FFFFFF"/>
                </a:solidFill>
                <a:latin typeface="PT Sans"/>
              </a:rPr>
              <a:t>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posisi</a:t>
            </a:r>
            <a:r>
              <a:rPr lang="en-US">
                <a:solidFill>
                  <a:srgbClr val="FFFFFF"/>
                </a:solidFill>
                <a:latin typeface="PT Sans"/>
              </a:rPr>
              <a:t> node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utama</a:t>
            </a:r>
            <a:r>
              <a:rPr lang="en-US">
                <a:solidFill>
                  <a:srgbClr val="FFFFFF"/>
                </a:solidFill>
                <a:latin typeface="PT Sans"/>
              </a:rPr>
              <a:t> (device)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terhadap</a:t>
            </a:r>
            <a:r>
              <a:rPr lang="en-US">
                <a:solidFill>
                  <a:srgbClr val="FFFFFF"/>
                </a:solidFill>
                <a:latin typeface="PT Sans"/>
              </a:rPr>
              <a:t> router internet</a:t>
            </a:r>
          </a:p>
        </p:txBody>
      </p:sp>
    </p:spTree>
    <p:extLst>
      <p:ext uri="{BB962C8B-B14F-4D97-AF65-F5344CB8AC3E}">
        <p14:creationId xmlns:p14="http://schemas.microsoft.com/office/powerpoint/2010/main" val="13070233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6" name="Google Shape;2726;p34"/>
          <p:cNvGrpSpPr/>
          <p:nvPr/>
        </p:nvGrpSpPr>
        <p:grpSpPr>
          <a:xfrm>
            <a:off x="7035049" y="578407"/>
            <a:ext cx="883262" cy="242091"/>
            <a:chOff x="2300350" y="2601250"/>
            <a:chExt cx="2275275" cy="623625"/>
          </a:xfrm>
        </p:grpSpPr>
        <p:sp>
          <p:nvSpPr>
            <p:cNvPr id="2727" name="Google Shape;2727;p3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3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3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3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3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3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B14A10-E881-40B4-904A-404A18710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620" y="700020"/>
            <a:ext cx="7717800" cy="3911700"/>
          </a:xfrm>
        </p:spPr>
        <p:txBody>
          <a:bodyPr/>
          <a:lstStyle/>
          <a:p>
            <a:pPr marL="152400" indent="0" algn="just">
              <a:buNone/>
            </a:pPr>
            <a:endParaRPr lang="en-AU" sz="1400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>
              <a:buNone/>
            </a:pPr>
            <a:endParaRPr lang="en-ID" sz="1400" b="1"/>
          </a:p>
        </p:txBody>
      </p:sp>
      <p:sp>
        <p:nvSpPr>
          <p:cNvPr id="18" name="Google Shape;2724;p34">
            <a:extLst>
              <a:ext uri="{FF2B5EF4-FFF2-40B4-BE49-F238E27FC236}">
                <a16:creationId xmlns:a16="http://schemas.microsoft.com/office/drawing/2014/main" id="{44EB8F51-976A-4713-B326-F13020CF34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0260" y="29556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>
                <a:solidFill>
                  <a:srgbClr val="FFFFFF"/>
                </a:solidFill>
              </a:rPr>
              <a:t>04 </a:t>
            </a:r>
            <a:r>
              <a:rPr lang="en-US" sz="2200">
                <a:solidFill>
                  <a:schemeClr val="accent2"/>
                </a:solidFill>
              </a:rPr>
              <a:t>Perhitungan (3)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7770488-5E46-18E2-BC86-396C71C73208}"/>
              </a:ext>
            </a:extLst>
          </p:cNvPr>
          <p:cNvSpPr txBox="1">
            <a:spLocks/>
          </p:cNvSpPr>
          <p:nvPr/>
        </p:nvSpPr>
        <p:spPr>
          <a:xfrm>
            <a:off x="4622160" y="1029693"/>
            <a:ext cx="3957977" cy="2958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PT Sans"/>
              <a:buAutoNum type="arabicPeriod"/>
              <a:defRPr sz="12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152400" indent="0" algn="just">
              <a:buNone/>
            </a:pPr>
            <a:r>
              <a:rPr lang="en-AU" sz="1400"/>
              <a:t>Langkah </a:t>
            </a:r>
            <a:r>
              <a:rPr lang="en-AU" sz="1400" err="1"/>
              <a:t>perhitungan</a:t>
            </a:r>
            <a:r>
              <a:rPr lang="en-AU" sz="1400"/>
              <a:t>:</a:t>
            </a:r>
          </a:p>
          <a:p>
            <a:pPr marL="0" indent="0" algn="just">
              <a:buNone/>
            </a:pPr>
            <a:r>
              <a:rPr lang="en-AU" sz="1400"/>
              <a:t>5. Pada step 3, </a:t>
            </a:r>
            <a:r>
              <a:rPr lang="en-AU" sz="1400" err="1"/>
              <a:t>peninjauan</a:t>
            </a:r>
            <a:r>
              <a:rPr lang="en-AU" sz="1400"/>
              <a:t> </a:t>
            </a:r>
            <a:r>
              <a:rPr lang="en-AU" sz="1400" err="1"/>
              <a:t>dilakukan</a:t>
            </a:r>
            <a:r>
              <a:rPr lang="en-AU" sz="1400"/>
              <a:t> pada </a:t>
            </a:r>
            <a:r>
              <a:rPr lang="en-AU" sz="1400" i="1"/>
              <a:t>node-node</a:t>
            </a:r>
            <a:r>
              <a:rPr lang="en-AU" sz="1400"/>
              <a:t> yang </a:t>
            </a:r>
            <a:r>
              <a:rPr lang="en-AU" sz="1400" err="1"/>
              <a:t>terhubung</a:t>
            </a:r>
            <a:r>
              <a:rPr lang="en-AU" sz="1400"/>
              <a:t> </a:t>
            </a:r>
            <a:r>
              <a:rPr lang="en-AU" sz="1400" err="1"/>
              <a:t>dengan</a:t>
            </a:r>
            <a:r>
              <a:rPr lang="en-AU" sz="1400"/>
              <a:t> </a:t>
            </a:r>
            <a:r>
              <a:rPr lang="en-AU" sz="1400" i="1"/>
              <a:t>node</a:t>
            </a:r>
            <a:r>
              <a:rPr lang="en-AU" sz="1400"/>
              <a:t> 0 </a:t>
            </a:r>
            <a:r>
              <a:rPr lang="en-AU" sz="1400" err="1"/>
              <a:t>yaitu</a:t>
            </a:r>
            <a:r>
              <a:rPr lang="en-AU" sz="1400"/>
              <a:t> </a:t>
            </a:r>
            <a:r>
              <a:rPr lang="en-AU" sz="1400" i="1"/>
              <a:t>node</a:t>
            </a:r>
            <a:r>
              <a:rPr lang="en-AU" sz="1400"/>
              <a:t> 2, 3, dan 4. Dari </a:t>
            </a:r>
            <a:r>
              <a:rPr lang="en-AU" sz="1400" err="1"/>
              <a:t>pengecekan</a:t>
            </a:r>
            <a:r>
              <a:rPr lang="en-AU" sz="1400"/>
              <a:t> </a:t>
            </a:r>
            <a:r>
              <a:rPr lang="en-AU" sz="1400" err="1"/>
              <a:t>ini</a:t>
            </a:r>
            <a:r>
              <a:rPr lang="en-AU" sz="1400"/>
              <a:t>, </a:t>
            </a:r>
            <a:r>
              <a:rPr lang="en-AU" sz="1400" err="1"/>
              <a:t>didapatkan</a:t>
            </a:r>
            <a:r>
              <a:rPr lang="en-AU" sz="1400"/>
              <a:t> </a:t>
            </a:r>
            <a:r>
              <a:rPr lang="en-AU" sz="1400" err="1"/>
              <a:t>nilai</a:t>
            </a:r>
            <a:r>
              <a:rPr lang="en-AU" sz="1400"/>
              <a:t> </a:t>
            </a:r>
            <a:r>
              <a:rPr lang="en-AU" sz="1400" i="1"/>
              <a:t>node</a:t>
            </a:r>
            <a:r>
              <a:rPr lang="en-AU" sz="1400"/>
              <a:t> </a:t>
            </a:r>
            <a:r>
              <a:rPr lang="en-AU" sz="1400" err="1"/>
              <a:t>terendah</a:t>
            </a:r>
            <a:r>
              <a:rPr lang="en-AU" sz="1400"/>
              <a:t> </a:t>
            </a:r>
            <a:r>
              <a:rPr lang="en-AU" sz="1400" err="1"/>
              <a:t>adalah</a:t>
            </a:r>
            <a:r>
              <a:rPr lang="en-AU" sz="1400"/>
              <a:t> yang </a:t>
            </a:r>
            <a:r>
              <a:rPr lang="en-AU" sz="1400" err="1"/>
              <a:t>menuju</a:t>
            </a:r>
            <a:r>
              <a:rPr lang="en-AU" sz="1400"/>
              <a:t> </a:t>
            </a:r>
            <a:r>
              <a:rPr lang="en-AU" sz="1400" i="1"/>
              <a:t>node</a:t>
            </a:r>
            <a:r>
              <a:rPr lang="en-AU" sz="1400"/>
              <a:t> 4 </a:t>
            </a:r>
            <a:r>
              <a:rPr lang="en-AU" sz="1400" err="1"/>
              <a:t>yaitu</a:t>
            </a:r>
            <a:r>
              <a:rPr lang="en-AU" sz="1400"/>
              <a:t> </a:t>
            </a:r>
            <a:r>
              <a:rPr lang="en-AU" sz="1400" err="1"/>
              <a:t>sebesar</a:t>
            </a:r>
            <a:r>
              <a:rPr lang="en-AU" sz="1400"/>
              <a:t> 5 </a:t>
            </a:r>
            <a:r>
              <a:rPr lang="en-AU" sz="1400" err="1"/>
              <a:t>satuan</a:t>
            </a:r>
            <a:r>
              <a:rPr lang="en-AU" sz="1400"/>
              <a:t> </a:t>
            </a:r>
            <a:r>
              <a:rPr lang="en-AU" sz="1400" err="1"/>
              <a:t>dari</a:t>
            </a:r>
            <a:r>
              <a:rPr lang="en-AU" sz="1400"/>
              <a:t> </a:t>
            </a:r>
            <a:r>
              <a:rPr lang="en-AU" sz="1400" i="1"/>
              <a:t>node</a:t>
            </a:r>
            <a:r>
              <a:rPr lang="en-AU" sz="1400"/>
              <a:t> </a:t>
            </a:r>
            <a:r>
              <a:rPr lang="en-AU" sz="1400" err="1"/>
              <a:t>awal</a:t>
            </a:r>
            <a:r>
              <a:rPr lang="en-AU" sz="1400"/>
              <a:t> </a:t>
            </a:r>
            <a:r>
              <a:rPr lang="en-AU" sz="1400" err="1"/>
              <a:t>sehingga</a:t>
            </a:r>
            <a:r>
              <a:rPr lang="en-AU" sz="1400"/>
              <a:t> </a:t>
            </a:r>
            <a:r>
              <a:rPr lang="en-AU" sz="1400" err="1"/>
              <a:t>pengecekan</a:t>
            </a:r>
            <a:r>
              <a:rPr lang="en-AU" sz="1400"/>
              <a:t> </a:t>
            </a:r>
            <a:r>
              <a:rPr lang="en-AU" sz="1400" err="1"/>
              <a:t>berlanjut</a:t>
            </a:r>
            <a:r>
              <a:rPr lang="en-AU" sz="1400"/>
              <a:t> </a:t>
            </a:r>
            <a:r>
              <a:rPr lang="en-AU" sz="1400" err="1"/>
              <a:t>dari</a:t>
            </a:r>
            <a:r>
              <a:rPr lang="en-AU" sz="1400"/>
              <a:t> </a:t>
            </a:r>
            <a:r>
              <a:rPr lang="en-AU" sz="1400" i="1"/>
              <a:t>node</a:t>
            </a:r>
            <a:r>
              <a:rPr lang="en-AU" sz="1400"/>
              <a:t> 5.</a:t>
            </a:r>
            <a:endParaRPr lang="en-AU"/>
          </a:p>
          <a:p>
            <a:pPr marL="342900" indent="-342900" algn="just"/>
            <a:endParaRPr lang="en-AU" sz="1400"/>
          </a:p>
          <a:p>
            <a:pPr marL="0" indent="0" algn="just">
              <a:buNone/>
            </a:pPr>
            <a:r>
              <a:rPr lang="en-AU" sz="1400"/>
              <a:t>6. </a:t>
            </a:r>
            <a:r>
              <a:rPr lang="en-AU" sz="1400" err="1"/>
              <a:t>Kemudian</a:t>
            </a:r>
            <a:r>
              <a:rPr lang="en-AU" sz="1400"/>
              <a:t> </a:t>
            </a:r>
            <a:r>
              <a:rPr lang="en-AU" sz="1400" err="1"/>
              <a:t>untuk</a:t>
            </a:r>
            <a:r>
              <a:rPr lang="en-AU" sz="1400"/>
              <a:t> step 4, </a:t>
            </a:r>
            <a:r>
              <a:rPr lang="en-AU" sz="1400" err="1"/>
              <a:t>nilai</a:t>
            </a:r>
            <a:r>
              <a:rPr lang="en-AU" sz="1400"/>
              <a:t> </a:t>
            </a:r>
            <a:r>
              <a:rPr lang="en-AU" sz="1400" err="1"/>
              <a:t>terendah</a:t>
            </a:r>
            <a:r>
              <a:rPr lang="en-AU" sz="1400"/>
              <a:t> </a:t>
            </a:r>
            <a:r>
              <a:rPr lang="en-AU" sz="1400" err="1"/>
              <a:t>didapatkan</a:t>
            </a:r>
            <a:r>
              <a:rPr lang="en-AU" sz="1400"/>
              <a:t> pada </a:t>
            </a:r>
            <a:r>
              <a:rPr lang="en-AU" sz="1400" i="1"/>
              <a:t>node</a:t>
            </a:r>
            <a:r>
              <a:rPr lang="en-AU" sz="1400"/>
              <a:t> yang </a:t>
            </a:r>
            <a:r>
              <a:rPr lang="en-AU" sz="1400" err="1"/>
              <a:t>menuju</a:t>
            </a:r>
            <a:r>
              <a:rPr lang="en-AU" sz="1400"/>
              <a:t> </a:t>
            </a:r>
            <a:r>
              <a:rPr lang="en-AU" sz="1400" err="1"/>
              <a:t>ke</a:t>
            </a:r>
            <a:r>
              <a:rPr lang="en-AU" sz="1400"/>
              <a:t> </a:t>
            </a:r>
            <a:r>
              <a:rPr lang="en-AU" sz="1400" i="1"/>
              <a:t>node </a:t>
            </a:r>
            <a:r>
              <a:rPr lang="en-AU" sz="1400"/>
              <a:t>2 </a:t>
            </a:r>
            <a:r>
              <a:rPr lang="en-AU" sz="1400" err="1"/>
              <a:t>yaitu</a:t>
            </a:r>
            <a:r>
              <a:rPr lang="en-AU" sz="1400"/>
              <a:t> sebesar 7 </a:t>
            </a:r>
            <a:r>
              <a:rPr lang="en-AU" sz="1400" err="1"/>
              <a:t>satuan</a:t>
            </a:r>
            <a:r>
              <a:rPr lang="en-AU" sz="1400"/>
              <a:t> </a:t>
            </a:r>
            <a:r>
              <a:rPr lang="en-AU" sz="1400" err="1"/>
              <a:t>dari</a:t>
            </a:r>
            <a:r>
              <a:rPr lang="en-AU" sz="1400"/>
              <a:t> </a:t>
            </a:r>
            <a:r>
              <a:rPr lang="en-AU" sz="1400" i="1"/>
              <a:t>node</a:t>
            </a:r>
            <a:r>
              <a:rPr lang="en-AU" sz="1400"/>
              <a:t> </a:t>
            </a:r>
            <a:r>
              <a:rPr lang="en-AU" sz="1400" err="1"/>
              <a:t>awal</a:t>
            </a:r>
            <a:r>
              <a:rPr lang="en-AU" sz="1400"/>
              <a:t>. </a:t>
            </a:r>
            <a:r>
              <a:rPr lang="en-AU" sz="1400" err="1"/>
              <a:t>Sehingga</a:t>
            </a:r>
            <a:r>
              <a:rPr lang="en-AU" sz="1400"/>
              <a:t> </a:t>
            </a:r>
            <a:r>
              <a:rPr lang="en-AU" sz="1400" err="1"/>
              <a:t>pengecekan</a:t>
            </a:r>
            <a:r>
              <a:rPr lang="en-AU" sz="1400"/>
              <a:t> </a:t>
            </a:r>
            <a:r>
              <a:rPr lang="en-AU" sz="1400" err="1"/>
              <a:t>dilakukan</a:t>
            </a:r>
            <a:r>
              <a:rPr lang="en-AU" sz="1400"/>
              <a:t> </a:t>
            </a:r>
            <a:r>
              <a:rPr lang="en-AU" sz="1400" err="1"/>
              <a:t>berlanjut</a:t>
            </a:r>
            <a:r>
              <a:rPr lang="en-AU" sz="1400"/>
              <a:t> </a:t>
            </a:r>
            <a:r>
              <a:rPr lang="en-AU" sz="1400" err="1"/>
              <a:t>dari</a:t>
            </a:r>
            <a:r>
              <a:rPr lang="en-AU" sz="1400"/>
              <a:t> </a:t>
            </a:r>
            <a:r>
              <a:rPr lang="en-AU" sz="1400" i="1"/>
              <a:t>node</a:t>
            </a:r>
            <a:r>
              <a:rPr lang="en-AU" sz="1400"/>
              <a:t> 2.</a:t>
            </a:r>
          </a:p>
          <a:p>
            <a:pPr marL="0" indent="0" algn="just">
              <a:buNone/>
            </a:pPr>
            <a:endParaRPr lang="en-AU" sz="1400"/>
          </a:p>
          <a:p>
            <a:pPr marL="342900" indent="-342900" algn="just">
              <a:buAutoNum type="arabicPeriod" startAt="2"/>
            </a:pPr>
            <a:endParaRPr lang="en-AU" sz="1400"/>
          </a:p>
          <a:p>
            <a:pPr marL="342900" indent="-342900" algn="just">
              <a:buAutoNum type="arabicPeriod" startAt="3"/>
            </a:pPr>
            <a:endParaRPr lang="en-AU" sz="1400"/>
          </a:p>
          <a:p>
            <a:pPr marL="152400" indent="0" algn="just">
              <a:buNone/>
            </a:pPr>
            <a:endParaRPr lang="en-AU" sz="1400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>
              <a:buFont typeface="PT Sans"/>
              <a:buNone/>
            </a:pPr>
            <a:endParaRPr lang="en-ID" sz="1400" b="1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7E5A3843-9EDC-F7C7-945A-F2D365E4B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721" y="1850447"/>
            <a:ext cx="3954780" cy="20227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1DB16A-6DD5-70E0-BE42-94FC95D442A6}"/>
              </a:ext>
            </a:extLst>
          </p:cNvPr>
          <p:cNvSpPr txBox="1"/>
          <p:nvPr/>
        </p:nvSpPr>
        <p:spPr>
          <a:xfrm>
            <a:off x="586129" y="1085095"/>
            <a:ext cx="4041763" cy="73866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PT Sans"/>
              </a:rPr>
              <a:t>Tabel 4.1 Tabel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langkah-langkah</a:t>
            </a:r>
            <a:r>
              <a:rPr lang="en-US">
                <a:solidFill>
                  <a:srgbClr val="FFFFFF"/>
                </a:solidFill>
                <a:latin typeface="PT Sans"/>
              </a:rPr>
              <a:t>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penentuan</a:t>
            </a:r>
            <a:r>
              <a:rPr lang="en-US">
                <a:solidFill>
                  <a:srgbClr val="FFFFFF"/>
                </a:solidFill>
                <a:latin typeface="PT Sans"/>
              </a:rPr>
              <a:t>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jarak</a:t>
            </a:r>
            <a:r>
              <a:rPr lang="en-US">
                <a:solidFill>
                  <a:srgbClr val="FFFFFF"/>
                </a:solidFill>
                <a:latin typeface="PT Sans"/>
              </a:rPr>
              <a:t>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terdekat</a:t>
            </a:r>
            <a:r>
              <a:rPr lang="en-US">
                <a:solidFill>
                  <a:srgbClr val="FFFFFF"/>
                </a:solidFill>
                <a:latin typeface="PT Sans"/>
              </a:rPr>
              <a:t>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dari</a:t>
            </a:r>
            <a:r>
              <a:rPr lang="en-US">
                <a:solidFill>
                  <a:srgbClr val="FFFFFF"/>
                </a:solidFill>
                <a:latin typeface="PT Sans"/>
              </a:rPr>
              <a:t>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posisi</a:t>
            </a:r>
            <a:r>
              <a:rPr lang="en-US">
                <a:solidFill>
                  <a:srgbClr val="FFFFFF"/>
                </a:solidFill>
                <a:latin typeface="PT Sans"/>
              </a:rPr>
              <a:t> node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utama</a:t>
            </a:r>
            <a:r>
              <a:rPr lang="en-US">
                <a:solidFill>
                  <a:srgbClr val="FFFFFF"/>
                </a:solidFill>
                <a:latin typeface="PT Sans"/>
              </a:rPr>
              <a:t> (device)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terhadap</a:t>
            </a:r>
            <a:r>
              <a:rPr lang="en-US">
                <a:solidFill>
                  <a:srgbClr val="FFFFFF"/>
                </a:solidFill>
                <a:latin typeface="PT Sans"/>
              </a:rPr>
              <a:t> router internet</a:t>
            </a:r>
          </a:p>
        </p:txBody>
      </p:sp>
    </p:spTree>
    <p:extLst>
      <p:ext uri="{BB962C8B-B14F-4D97-AF65-F5344CB8AC3E}">
        <p14:creationId xmlns:p14="http://schemas.microsoft.com/office/powerpoint/2010/main" val="824204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6" name="Google Shape;2726;p34"/>
          <p:cNvGrpSpPr/>
          <p:nvPr/>
        </p:nvGrpSpPr>
        <p:grpSpPr>
          <a:xfrm>
            <a:off x="7035049" y="578407"/>
            <a:ext cx="883262" cy="242091"/>
            <a:chOff x="2300350" y="2601250"/>
            <a:chExt cx="2275275" cy="623625"/>
          </a:xfrm>
        </p:grpSpPr>
        <p:sp>
          <p:nvSpPr>
            <p:cNvPr id="2727" name="Google Shape;2727;p3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3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3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3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3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3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B14A10-E881-40B4-904A-404A18710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620" y="700020"/>
            <a:ext cx="7717800" cy="3911700"/>
          </a:xfrm>
        </p:spPr>
        <p:txBody>
          <a:bodyPr/>
          <a:lstStyle/>
          <a:p>
            <a:pPr marL="152400" indent="0" algn="just">
              <a:buNone/>
            </a:pPr>
            <a:endParaRPr lang="en-AU" sz="1400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>
              <a:buNone/>
            </a:pPr>
            <a:endParaRPr lang="en-ID" sz="1400" b="1"/>
          </a:p>
        </p:txBody>
      </p:sp>
      <p:sp>
        <p:nvSpPr>
          <p:cNvPr id="18" name="Google Shape;2724;p34">
            <a:extLst>
              <a:ext uri="{FF2B5EF4-FFF2-40B4-BE49-F238E27FC236}">
                <a16:creationId xmlns:a16="http://schemas.microsoft.com/office/drawing/2014/main" id="{44EB8F51-976A-4713-B326-F13020CF34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0260" y="29556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>
                <a:solidFill>
                  <a:srgbClr val="FFFFFF"/>
                </a:solidFill>
              </a:rPr>
              <a:t>04 </a:t>
            </a:r>
            <a:r>
              <a:rPr lang="en-US" sz="2200" err="1">
                <a:solidFill>
                  <a:schemeClr val="accent2"/>
                </a:solidFill>
              </a:rPr>
              <a:t>Perhitungan</a:t>
            </a:r>
            <a:r>
              <a:rPr lang="en-US" sz="2200">
                <a:solidFill>
                  <a:schemeClr val="accent2"/>
                </a:solidFill>
              </a:rPr>
              <a:t> (4)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7770488-5E46-18E2-BC86-396C71C73208}"/>
              </a:ext>
            </a:extLst>
          </p:cNvPr>
          <p:cNvSpPr txBox="1">
            <a:spLocks/>
          </p:cNvSpPr>
          <p:nvPr/>
        </p:nvSpPr>
        <p:spPr>
          <a:xfrm>
            <a:off x="4622160" y="915393"/>
            <a:ext cx="3968760" cy="3896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PT Sans"/>
              <a:buAutoNum type="arabicPeriod"/>
              <a:defRPr sz="12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152400" indent="0" algn="just">
              <a:buNone/>
            </a:pPr>
            <a:r>
              <a:rPr lang="en-AU" sz="1400"/>
              <a:t>Langkah </a:t>
            </a:r>
            <a:r>
              <a:rPr lang="en-AU" sz="1400" err="1"/>
              <a:t>perhitungan</a:t>
            </a:r>
            <a:r>
              <a:rPr lang="en-AU" sz="1400"/>
              <a:t>:</a:t>
            </a:r>
          </a:p>
          <a:p>
            <a:pPr marL="0" indent="0" algn="just">
              <a:buNone/>
            </a:pPr>
            <a:r>
              <a:rPr lang="en-AU" sz="1400"/>
              <a:t>7. Masuk </a:t>
            </a:r>
            <a:r>
              <a:rPr lang="en-AU" sz="1400" err="1"/>
              <a:t>ke</a:t>
            </a:r>
            <a:r>
              <a:rPr lang="en-AU" sz="1400"/>
              <a:t> step 5, </a:t>
            </a:r>
            <a:r>
              <a:rPr lang="en-AU" sz="1400" err="1"/>
              <a:t>dari</a:t>
            </a:r>
            <a:r>
              <a:rPr lang="en-AU" sz="1400"/>
              <a:t> </a:t>
            </a:r>
            <a:r>
              <a:rPr lang="en-AU" sz="1400" err="1"/>
              <a:t>hasil</a:t>
            </a:r>
            <a:r>
              <a:rPr lang="en-AU" sz="1400"/>
              <a:t> </a:t>
            </a:r>
            <a:r>
              <a:rPr lang="en-AU" sz="1400" err="1"/>
              <a:t>peninjauan</a:t>
            </a:r>
            <a:r>
              <a:rPr lang="en-AU" sz="1400"/>
              <a:t> </a:t>
            </a:r>
            <a:r>
              <a:rPr lang="en-AU" sz="1400" err="1"/>
              <a:t>didapatkan</a:t>
            </a:r>
            <a:r>
              <a:rPr lang="en-AU" sz="1400"/>
              <a:t> </a:t>
            </a:r>
            <a:r>
              <a:rPr lang="en-AU" sz="1400" err="1"/>
              <a:t>nilai</a:t>
            </a:r>
            <a:r>
              <a:rPr lang="en-AU" sz="1400"/>
              <a:t> </a:t>
            </a:r>
            <a:r>
              <a:rPr lang="en-AU" sz="1400" err="1"/>
              <a:t>terendah</a:t>
            </a:r>
            <a:r>
              <a:rPr lang="en-AU" sz="1400"/>
              <a:t> </a:t>
            </a:r>
            <a:r>
              <a:rPr lang="en-AU" sz="1400" err="1"/>
              <a:t>untuk</a:t>
            </a:r>
            <a:r>
              <a:rPr lang="en-AU" sz="1400"/>
              <a:t> </a:t>
            </a:r>
            <a:r>
              <a:rPr lang="en-AU" sz="1400" i="1"/>
              <a:t>node</a:t>
            </a:r>
            <a:r>
              <a:rPr lang="en-AU" sz="1400"/>
              <a:t> yang </a:t>
            </a:r>
            <a:r>
              <a:rPr lang="en-AU" sz="1400" err="1"/>
              <a:t>menuju</a:t>
            </a:r>
            <a:r>
              <a:rPr lang="en-AU" sz="1400"/>
              <a:t> </a:t>
            </a:r>
            <a:r>
              <a:rPr lang="en-AU" sz="1400" err="1"/>
              <a:t>ke</a:t>
            </a:r>
            <a:r>
              <a:rPr lang="en-AU" sz="1400"/>
              <a:t> </a:t>
            </a:r>
            <a:r>
              <a:rPr lang="en-AU" sz="1400" err="1"/>
              <a:t>arah</a:t>
            </a:r>
            <a:r>
              <a:rPr lang="en-AU" sz="1400"/>
              <a:t> </a:t>
            </a:r>
            <a:r>
              <a:rPr lang="en-AU" sz="1400" i="1"/>
              <a:t>node</a:t>
            </a:r>
            <a:r>
              <a:rPr lang="en-AU" sz="1400"/>
              <a:t> 6 </a:t>
            </a:r>
            <a:r>
              <a:rPr lang="en-AU" sz="1400" err="1"/>
              <a:t>yaitu</a:t>
            </a:r>
            <a:r>
              <a:rPr lang="en-AU" sz="1400"/>
              <a:t> </a:t>
            </a:r>
            <a:r>
              <a:rPr lang="en-AU" sz="1400" err="1"/>
              <a:t>bernilai</a:t>
            </a:r>
            <a:r>
              <a:rPr lang="en-AU" sz="1400"/>
              <a:t> </a:t>
            </a:r>
            <a:r>
              <a:rPr lang="en-AU" sz="1400" err="1"/>
              <a:t>sebesar</a:t>
            </a:r>
            <a:r>
              <a:rPr lang="en-AU" sz="1400"/>
              <a:t> 8 </a:t>
            </a:r>
            <a:r>
              <a:rPr lang="en-AU" sz="1400" err="1"/>
              <a:t>satuan</a:t>
            </a:r>
            <a:r>
              <a:rPr lang="en-AU" sz="1400"/>
              <a:t>. Pada </a:t>
            </a:r>
            <a:r>
              <a:rPr lang="en-AU" sz="1400" err="1"/>
              <a:t>tahap</a:t>
            </a:r>
            <a:r>
              <a:rPr lang="en-AU" sz="1400"/>
              <a:t> </a:t>
            </a:r>
            <a:r>
              <a:rPr lang="en-AU" sz="1400" err="1"/>
              <a:t>ini</a:t>
            </a:r>
            <a:r>
              <a:rPr lang="en-AU" sz="1400"/>
              <a:t> </a:t>
            </a:r>
            <a:r>
              <a:rPr lang="en-AU" sz="1400" err="1"/>
              <a:t>sebenarnya</a:t>
            </a:r>
            <a:r>
              <a:rPr lang="en-AU" sz="1400"/>
              <a:t> </a:t>
            </a:r>
            <a:r>
              <a:rPr lang="en-AU" sz="1400" err="1"/>
              <a:t>pengecekan</a:t>
            </a:r>
            <a:r>
              <a:rPr lang="en-AU" sz="1400"/>
              <a:t> </a:t>
            </a:r>
            <a:r>
              <a:rPr lang="en-AU" sz="1400" err="1"/>
              <a:t>sudah</a:t>
            </a:r>
            <a:r>
              <a:rPr lang="en-AU" sz="1400"/>
              <a:t> </a:t>
            </a:r>
            <a:r>
              <a:rPr lang="en-AU" sz="1400" err="1"/>
              <a:t>dapat</a:t>
            </a:r>
            <a:r>
              <a:rPr lang="en-AU" sz="1400"/>
              <a:t> </a:t>
            </a:r>
            <a:r>
              <a:rPr lang="en-AU" sz="1400" err="1"/>
              <a:t>dihentikan</a:t>
            </a:r>
            <a:r>
              <a:rPr lang="en-AU" sz="1400"/>
              <a:t> </a:t>
            </a:r>
            <a:r>
              <a:rPr lang="en-AU" sz="1400" err="1"/>
              <a:t>jika</a:t>
            </a:r>
            <a:r>
              <a:rPr lang="en-AU" sz="1400"/>
              <a:t> </a:t>
            </a:r>
            <a:r>
              <a:rPr lang="en-AU" sz="1400" err="1"/>
              <a:t>berdasarkan</a:t>
            </a:r>
            <a:r>
              <a:rPr lang="en-AU" sz="1400"/>
              <a:t> </a:t>
            </a:r>
            <a:r>
              <a:rPr lang="en-AU" sz="1400" err="1"/>
              <a:t>pengecekan</a:t>
            </a:r>
            <a:r>
              <a:rPr lang="en-AU" sz="1400"/>
              <a:t> oleh </a:t>
            </a:r>
            <a:r>
              <a:rPr lang="en-AU" sz="1400" err="1"/>
              <a:t>manusia</a:t>
            </a:r>
            <a:r>
              <a:rPr lang="en-AU" sz="1400"/>
              <a:t>. Akan </a:t>
            </a:r>
            <a:r>
              <a:rPr lang="en-AU" sz="1400" err="1"/>
              <a:t>tetapi</a:t>
            </a:r>
            <a:r>
              <a:rPr lang="en-AU" sz="1400"/>
              <a:t>, </a:t>
            </a:r>
            <a:r>
              <a:rPr lang="en-AU" sz="1400" err="1"/>
              <a:t>karena</a:t>
            </a:r>
            <a:r>
              <a:rPr lang="en-AU" sz="1400"/>
              <a:t> </a:t>
            </a:r>
            <a:r>
              <a:rPr lang="en-AU" sz="1400" err="1"/>
              <a:t>pengecekan</a:t>
            </a:r>
            <a:r>
              <a:rPr lang="en-AU" sz="1400"/>
              <a:t> </a:t>
            </a:r>
            <a:r>
              <a:rPr lang="en-AU" sz="1400" err="1"/>
              <a:t>dilakukan</a:t>
            </a:r>
            <a:r>
              <a:rPr lang="en-AU" sz="1400"/>
              <a:t> oleh </a:t>
            </a:r>
            <a:r>
              <a:rPr lang="en-AU" sz="1400" err="1"/>
              <a:t>algoritma</a:t>
            </a:r>
            <a:r>
              <a:rPr lang="en-AU" sz="1400"/>
              <a:t>  Dijkstra, </a:t>
            </a:r>
            <a:r>
              <a:rPr lang="en-AU" sz="1400" err="1"/>
              <a:t>maka</a:t>
            </a:r>
            <a:r>
              <a:rPr lang="en-AU" sz="1400"/>
              <a:t> </a:t>
            </a:r>
            <a:r>
              <a:rPr lang="en-AU" sz="1400" err="1"/>
              <a:t>algoritma</a:t>
            </a:r>
            <a:r>
              <a:rPr lang="en-AU" sz="1400"/>
              <a:t> </a:t>
            </a:r>
            <a:r>
              <a:rPr lang="en-AU" sz="1400" err="1"/>
              <a:t>akan</a:t>
            </a:r>
            <a:r>
              <a:rPr lang="en-AU" sz="1400"/>
              <a:t> </a:t>
            </a:r>
            <a:r>
              <a:rPr lang="en-AU" sz="1400" err="1"/>
              <a:t>melakukan</a:t>
            </a:r>
            <a:r>
              <a:rPr lang="en-AU" sz="1400"/>
              <a:t> </a:t>
            </a:r>
            <a:r>
              <a:rPr lang="en-AU" sz="1400" err="1"/>
              <a:t>pengecekan</a:t>
            </a:r>
            <a:r>
              <a:rPr lang="en-AU" sz="1400"/>
              <a:t> pada </a:t>
            </a:r>
            <a:r>
              <a:rPr lang="en-AU" sz="1400" err="1"/>
              <a:t>seluruh</a:t>
            </a:r>
            <a:r>
              <a:rPr lang="en-AU" sz="1400"/>
              <a:t> </a:t>
            </a:r>
            <a:r>
              <a:rPr lang="en-AU" sz="1400" i="1"/>
              <a:t>nodes</a:t>
            </a:r>
            <a:r>
              <a:rPr lang="en-AU" sz="1400"/>
              <a:t> yang </a:t>
            </a:r>
            <a:r>
              <a:rPr lang="en-AU" sz="1400" err="1"/>
              <a:t>ada</a:t>
            </a:r>
            <a:r>
              <a:rPr lang="en-AU" sz="1400"/>
              <a:t> </a:t>
            </a:r>
            <a:r>
              <a:rPr lang="en-AU" sz="1400" err="1"/>
              <a:t>sehingga</a:t>
            </a:r>
            <a:r>
              <a:rPr lang="en-AU" sz="1400"/>
              <a:t> </a:t>
            </a:r>
            <a:r>
              <a:rPr lang="en-AU" sz="1400" i="1"/>
              <a:t>node</a:t>
            </a:r>
            <a:r>
              <a:rPr lang="en-AU" sz="1400"/>
              <a:t> 6 </a:t>
            </a:r>
            <a:r>
              <a:rPr lang="en-AU" sz="1400" err="1"/>
              <a:t>kemudian</a:t>
            </a:r>
            <a:r>
              <a:rPr lang="en-AU" sz="1400"/>
              <a:t> </a:t>
            </a:r>
            <a:r>
              <a:rPr lang="en-AU" sz="1400" err="1"/>
              <a:t>masih</a:t>
            </a:r>
            <a:r>
              <a:rPr lang="en-AU" sz="1400"/>
              <a:t> </a:t>
            </a:r>
            <a:r>
              <a:rPr lang="en-AU" sz="1400" err="1"/>
              <a:t>terjadi</a:t>
            </a:r>
            <a:r>
              <a:rPr lang="en-AU" sz="1400"/>
              <a:t> </a:t>
            </a:r>
            <a:r>
              <a:rPr lang="en-AU" sz="1400" err="1"/>
              <a:t>pengecekan</a:t>
            </a:r>
            <a:r>
              <a:rPr lang="en-AU" sz="1400"/>
              <a:t> yang </a:t>
            </a:r>
            <a:r>
              <a:rPr lang="en-AU" sz="1400" err="1"/>
              <a:t>berlanjut</a:t>
            </a:r>
            <a:r>
              <a:rPr lang="en-AU" sz="1400"/>
              <a:t>. Selain </a:t>
            </a:r>
            <a:r>
              <a:rPr lang="en-AU" sz="1400" err="1"/>
              <a:t>itu</a:t>
            </a:r>
            <a:r>
              <a:rPr lang="en-AU" sz="1400"/>
              <a:t>, pada </a:t>
            </a:r>
            <a:r>
              <a:rPr lang="en-AU" sz="1400" i="1"/>
              <a:t>node</a:t>
            </a:r>
            <a:r>
              <a:rPr lang="en-AU" sz="1400"/>
              <a:t> 3 </a:t>
            </a:r>
            <a:r>
              <a:rPr lang="en-AU" sz="1400" err="1"/>
              <a:t>sendiri</a:t>
            </a:r>
            <a:r>
              <a:rPr lang="en-AU" sz="1400"/>
              <a:t> </a:t>
            </a:r>
            <a:r>
              <a:rPr lang="en-AU" sz="1400" err="1"/>
              <a:t>kemudian</a:t>
            </a:r>
            <a:r>
              <a:rPr lang="en-AU" sz="1400"/>
              <a:t> </a:t>
            </a:r>
            <a:r>
              <a:rPr lang="en-AU" sz="1400" err="1"/>
              <a:t>dilakukan</a:t>
            </a:r>
            <a:r>
              <a:rPr lang="en-AU" sz="1400"/>
              <a:t> </a:t>
            </a:r>
            <a:r>
              <a:rPr lang="en-AU" sz="1400" err="1"/>
              <a:t>perbaharuan</a:t>
            </a:r>
            <a:r>
              <a:rPr lang="en-AU" sz="1400"/>
              <a:t> </a:t>
            </a:r>
            <a:r>
              <a:rPr lang="en-AU" sz="1400" err="1"/>
              <a:t>nilai</a:t>
            </a:r>
            <a:r>
              <a:rPr lang="en-AU" sz="1400"/>
              <a:t> </a:t>
            </a:r>
            <a:r>
              <a:rPr lang="en-AU" sz="1400" err="1"/>
              <a:t>karena</a:t>
            </a:r>
            <a:r>
              <a:rPr lang="en-AU" sz="1400"/>
              <a:t> </a:t>
            </a:r>
            <a:r>
              <a:rPr lang="en-AU" sz="1400" err="1"/>
              <a:t>ditemukan</a:t>
            </a:r>
            <a:r>
              <a:rPr lang="en-AU" sz="1400"/>
              <a:t> </a:t>
            </a:r>
            <a:r>
              <a:rPr lang="en-AU" sz="1400" err="1"/>
              <a:t>arah</a:t>
            </a:r>
            <a:r>
              <a:rPr lang="en-AU" sz="1400"/>
              <a:t> </a:t>
            </a:r>
            <a:r>
              <a:rPr lang="en-AU" sz="1400" i="1"/>
              <a:t>graph</a:t>
            </a:r>
            <a:r>
              <a:rPr lang="en-AU" sz="1400"/>
              <a:t> </a:t>
            </a:r>
            <a:r>
              <a:rPr lang="en-AU" sz="1400" err="1"/>
              <a:t>dengan</a:t>
            </a:r>
            <a:r>
              <a:rPr lang="en-AU" sz="1400"/>
              <a:t> </a:t>
            </a:r>
            <a:r>
              <a:rPr lang="en-AU" sz="1400" err="1"/>
              <a:t>beban</a:t>
            </a:r>
            <a:r>
              <a:rPr lang="en-AU" sz="1400"/>
              <a:t> yang </a:t>
            </a:r>
            <a:r>
              <a:rPr lang="en-AU" sz="1400" err="1"/>
              <a:t>lebih</a:t>
            </a:r>
            <a:r>
              <a:rPr lang="en-AU" sz="1400"/>
              <a:t> </a:t>
            </a:r>
            <a:r>
              <a:rPr lang="en-AU" sz="1400" err="1"/>
              <a:t>kecil</a:t>
            </a:r>
            <a:r>
              <a:rPr lang="en-AU" sz="1400"/>
              <a:t>.</a:t>
            </a:r>
          </a:p>
          <a:p>
            <a:pPr marL="152400" indent="0" algn="just">
              <a:buNone/>
            </a:pPr>
            <a:endParaRPr lang="en-AU" sz="1400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>
              <a:buFont typeface="PT Sans"/>
              <a:buNone/>
            </a:pPr>
            <a:endParaRPr lang="en-ID" sz="1400" b="1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7E5A3843-9EDC-F7C7-945A-F2D365E4B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721" y="1850447"/>
            <a:ext cx="3954780" cy="20227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1DB16A-6DD5-70E0-BE42-94FC95D442A6}"/>
              </a:ext>
            </a:extLst>
          </p:cNvPr>
          <p:cNvSpPr txBox="1"/>
          <p:nvPr/>
        </p:nvSpPr>
        <p:spPr>
          <a:xfrm>
            <a:off x="586129" y="1085095"/>
            <a:ext cx="4041763" cy="73866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PT Sans"/>
              </a:rPr>
              <a:t>Tabel 4.1 Tabel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langkah-langkah</a:t>
            </a:r>
            <a:r>
              <a:rPr lang="en-US">
                <a:solidFill>
                  <a:srgbClr val="FFFFFF"/>
                </a:solidFill>
                <a:latin typeface="PT Sans"/>
              </a:rPr>
              <a:t>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penentuan</a:t>
            </a:r>
            <a:r>
              <a:rPr lang="en-US">
                <a:solidFill>
                  <a:srgbClr val="FFFFFF"/>
                </a:solidFill>
                <a:latin typeface="PT Sans"/>
              </a:rPr>
              <a:t>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jarak</a:t>
            </a:r>
            <a:r>
              <a:rPr lang="en-US">
                <a:solidFill>
                  <a:srgbClr val="FFFFFF"/>
                </a:solidFill>
                <a:latin typeface="PT Sans"/>
              </a:rPr>
              <a:t>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terdekat</a:t>
            </a:r>
            <a:r>
              <a:rPr lang="en-US">
                <a:solidFill>
                  <a:srgbClr val="FFFFFF"/>
                </a:solidFill>
                <a:latin typeface="PT Sans"/>
              </a:rPr>
              <a:t>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dari</a:t>
            </a:r>
            <a:r>
              <a:rPr lang="en-US">
                <a:solidFill>
                  <a:srgbClr val="FFFFFF"/>
                </a:solidFill>
                <a:latin typeface="PT Sans"/>
              </a:rPr>
              <a:t>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posisi</a:t>
            </a:r>
            <a:r>
              <a:rPr lang="en-US">
                <a:solidFill>
                  <a:srgbClr val="FFFFFF"/>
                </a:solidFill>
                <a:latin typeface="PT Sans"/>
              </a:rPr>
              <a:t> node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utama</a:t>
            </a:r>
            <a:r>
              <a:rPr lang="en-US">
                <a:solidFill>
                  <a:srgbClr val="FFFFFF"/>
                </a:solidFill>
                <a:latin typeface="PT Sans"/>
              </a:rPr>
              <a:t> (device)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terhadap</a:t>
            </a:r>
            <a:r>
              <a:rPr lang="en-US">
                <a:solidFill>
                  <a:srgbClr val="FFFFFF"/>
                </a:solidFill>
                <a:latin typeface="PT Sans"/>
              </a:rPr>
              <a:t> router internet</a:t>
            </a:r>
          </a:p>
        </p:txBody>
      </p:sp>
    </p:spTree>
    <p:extLst>
      <p:ext uri="{BB962C8B-B14F-4D97-AF65-F5344CB8AC3E}">
        <p14:creationId xmlns:p14="http://schemas.microsoft.com/office/powerpoint/2010/main" val="27772456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6" name="Google Shape;2726;p34"/>
          <p:cNvGrpSpPr/>
          <p:nvPr/>
        </p:nvGrpSpPr>
        <p:grpSpPr>
          <a:xfrm>
            <a:off x="7035049" y="578407"/>
            <a:ext cx="883262" cy="242091"/>
            <a:chOff x="2300350" y="2601250"/>
            <a:chExt cx="2275275" cy="623625"/>
          </a:xfrm>
        </p:grpSpPr>
        <p:sp>
          <p:nvSpPr>
            <p:cNvPr id="2727" name="Google Shape;2727;p3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3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3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3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3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3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B14A10-E881-40B4-904A-404A18710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620" y="700020"/>
            <a:ext cx="7717800" cy="3911700"/>
          </a:xfrm>
        </p:spPr>
        <p:txBody>
          <a:bodyPr/>
          <a:lstStyle/>
          <a:p>
            <a:pPr marL="152400" indent="0" algn="just">
              <a:buNone/>
            </a:pPr>
            <a:endParaRPr lang="en-AU" sz="1400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 algn="just">
              <a:buNone/>
            </a:pPr>
            <a:endParaRPr lang="id-ID" sz="1400" b="1"/>
          </a:p>
          <a:p>
            <a:pPr marL="152400" indent="0">
              <a:buNone/>
            </a:pPr>
            <a:endParaRPr lang="en-ID" sz="1400" b="1"/>
          </a:p>
        </p:txBody>
      </p:sp>
      <p:sp>
        <p:nvSpPr>
          <p:cNvPr id="18" name="Google Shape;2724;p34">
            <a:extLst>
              <a:ext uri="{FF2B5EF4-FFF2-40B4-BE49-F238E27FC236}">
                <a16:creationId xmlns:a16="http://schemas.microsoft.com/office/drawing/2014/main" id="{44EB8F51-976A-4713-B326-F13020CF34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0260" y="29556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>
                <a:solidFill>
                  <a:srgbClr val="FFFFFF"/>
                </a:solidFill>
              </a:rPr>
              <a:t>04 </a:t>
            </a:r>
            <a:r>
              <a:rPr lang="en-US" sz="2200" err="1">
                <a:solidFill>
                  <a:schemeClr val="accent2"/>
                </a:solidFill>
              </a:rPr>
              <a:t>Perhitungan</a:t>
            </a:r>
            <a:r>
              <a:rPr lang="en-US" sz="2200">
                <a:solidFill>
                  <a:schemeClr val="accent2"/>
                </a:solidFill>
              </a:rPr>
              <a:t> (5)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7770488-5E46-18E2-BC86-396C71C73208}"/>
              </a:ext>
            </a:extLst>
          </p:cNvPr>
          <p:cNvSpPr txBox="1">
            <a:spLocks/>
          </p:cNvSpPr>
          <p:nvPr/>
        </p:nvSpPr>
        <p:spPr>
          <a:xfrm>
            <a:off x="4676075" y="1087921"/>
            <a:ext cx="3968760" cy="3896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PT Sans"/>
              <a:buAutoNum type="arabicPeriod"/>
              <a:defRPr sz="12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152400" indent="0" algn="just">
              <a:buNone/>
            </a:pPr>
            <a:r>
              <a:rPr lang="en-AU" sz="1400"/>
              <a:t>Langkah </a:t>
            </a:r>
            <a:r>
              <a:rPr lang="en-AU" sz="1400" err="1"/>
              <a:t>perhitungan</a:t>
            </a:r>
            <a:r>
              <a:rPr lang="en-AU" sz="1400"/>
              <a:t>:</a:t>
            </a:r>
          </a:p>
          <a:p>
            <a:pPr marL="0" indent="0" algn="just">
              <a:buNone/>
            </a:pPr>
            <a:r>
              <a:rPr lang="en-AU" sz="1400"/>
              <a:t>8. Masuk </a:t>
            </a:r>
            <a:r>
              <a:rPr lang="en-AU" sz="1400" err="1"/>
              <a:t>ke</a:t>
            </a:r>
            <a:r>
              <a:rPr lang="en-AU" sz="1400"/>
              <a:t> step 6, </a:t>
            </a:r>
            <a:r>
              <a:rPr lang="en-AU" sz="1400" err="1"/>
              <a:t>nilai</a:t>
            </a:r>
            <a:r>
              <a:rPr lang="en-AU" sz="1400"/>
              <a:t> yang </a:t>
            </a:r>
            <a:r>
              <a:rPr lang="en-AU" sz="1400" err="1"/>
              <a:t>terendah</a:t>
            </a:r>
            <a:r>
              <a:rPr lang="en-AU" sz="1400"/>
              <a:t> </a:t>
            </a:r>
            <a:r>
              <a:rPr lang="en-AU" sz="1400" err="1"/>
              <a:t>hanya</a:t>
            </a:r>
            <a:r>
              <a:rPr lang="en-AU" sz="1400"/>
              <a:t> </a:t>
            </a:r>
            <a:r>
              <a:rPr lang="en-AU" sz="1400" err="1"/>
              <a:t>tersisa</a:t>
            </a:r>
            <a:r>
              <a:rPr lang="en-AU" sz="1400"/>
              <a:t> pada </a:t>
            </a:r>
            <a:r>
              <a:rPr lang="en-AU" sz="1400" i="1"/>
              <a:t>node</a:t>
            </a:r>
            <a:r>
              <a:rPr lang="en-AU" sz="1400"/>
              <a:t> 3 </a:t>
            </a:r>
            <a:r>
              <a:rPr lang="en-AU" sz="1400" err="1"/>
              <a:t>yaitu</a:t>
            </a:r>
            <a:r>
              <a:rPr lang="en-AU" sz="1400"/>
              <a:t> </a:t>
            </a:r>
            <a:r>
              <a:rPr lang="en-AU" sz="1400" err="1"/>
              <a:t>sebesar</a:t>
            </a:r>
            <a:r>
              <a:rPr lang="en-AU" sz="1400"/>
              <a:t> 11 </a:t>
            </a:r>
            <a:r>
              <a:rPr lang="en-AU" sz="1400" err="1"/>
              <a:t>satuan</a:t>
            </a:r>
            <a:r>
              <a:rPr lang="en-AU" sz="1400"/>
              <a:t> </a:t>
            </a:r>
            <a:r>
              <a:rPr lang="en-AU" sz="1400" err="1"/>
              <a:t>sehingga</a:t>
            </a:r>
            <a:r>
              <a:rPr lang="en-AU" sz="1400"/>
              <a:t> </a:t>
            </a:r>
            <a:r>
              <a:rPr lang="en-AU" sz="1400" err="1"/>
              <a:t>pengecekan</a:t>
            </a:r>
            <a:r>
              <a:rPr lang="en-AU" sz="1400"/>
              <a:t> </a:t>
            </a:r>
            <a:r>
              <a:rPr lang="en-AU" sz="1400" err="1"/>
              <a:t>masuk</a:t>
            </a:r>
            <a:r>
              <a:rPr lang="en-AU" sz="1400"/>
              <a:t> </a:t>
            </a:r>
            <a:r>
              <a:rPr lang="en-AU" sz="1400" err="1"/>
              <a:t>ke</a:t>
            </a:r>
            <a:r>
              <a:rPr lang="en-AU" sz="1400"/>
              <a:t> node 3.</a:t>
            </a:r>
          </a:p>
          <a:p>
            <a:pPr marL="342900" indent="-342900" algn="just"/>
            <a:endParaRPr lang="en-AU" sz="1400"/>
          </a:p>
          <a:p>
            <a:pPr marL="0" indent="0" algn="just">
              <a:buNone/>
            </a:pPr>
            <a:r>
              <a:rPr lang="en-AU" sz="1400"/>
              <a:t>9. Pada step 7, </a:t>
            </a:r>
            <a:r>
              <a:rPr lang="en-AU" sz="1400" err="1"/>
              <a:t>semua</a:t>
            </a:r>
            <a:r>
              <a:rPr lang="en-AU" sz="1400"/>
              <a:t> </a:t>
            </a:r>
            <a:r>
              <a:rPr lang="en-AU" sz="1400" i="1"/>
              <a:t>node</a:t>
            </a:r>
            <a:r>
              <a:rPr lang="en-AU" sz="1400"/>
              <a:t> </a:t>
            </a:r>
            <a:r>
              <a:rPr lang="en-AU" sz="1400" err="1"/>
              <a:t>telah</a:t>
            </a:r>
            <a:r>
              <a:rPr lang="en-AU" sz="1400"/>
              <a:t> </a:t>
            </a:r>
            <a:r>
              <a:rPr lang="en-AU" sz="1400" err="1"/>
              <a:t>ditinjau</a:t>
            </a:r>
            <a:r>
              <a:rPr lang="en-AU" sz="1400"/>
              <a:t> </a:t>
            </a:r>
            <a:r>
              <a:rPr lang="en-AU" sz="1400" err="1"/>
              <a:t>sehingga</a:t>
            </a:r>
            <a:r>
              <a:rPr lang="en-AU" sz="1400"/>
              <a:t> </a:t>
            </a:r>
            <a:r>
              <a:rPr lang="en-AU" sz="1400" err="1"/>
              <a:t>pengecekan</a:t>
            </a:r>
            <a:r>
              <a:rPr lang="en-AU" sz="1400"/>
              <a:t> </a:t>
            </a:r>
            <a:r>
              <a:rPr lang="en-AU" sz="1400" err="1"/>
              <a:t>berhenti</a:t>
            </a:r>
            <a:r>
              <a:rPr lang="en-AU" sz="1400"/>
              <a:t> dan </a:t>
            </a:r>
            <a:r>
              <a:rPr lang="en-AU" sz="1400" i="1"/>
              <a:t>cost</a:t>
            </a:r>
            <a:r>
              <a:rPr lang="en-AU" sz="1400"/>
              <a:t> minimum yang </a:t>
            </a:r>
            <a:r>
              <a:rPr lang="en-AU" sz="1400" err="1"/>
              <a:t>diperlukan</a:t>
            </a:r>
            <a:r>
              <a:rPr lang="en-AU" sz="1400"/>
              <a:t> </a:t>
            </a:r>
            <a:r>
              <a:rPr lang="en-AU" sz="1400" err="1"/>
              <a:t>untuk</a:t>
            </a:r>
            <a:r>
              <a:rPr lang="en-AU" sz="1400"/>
              <a:t> </a:t>
            </a:r>
            <a:r>
              <a:rPr lang="en-AU" sz="1400" err="1"/>
              <a:t>mengirimkan</a:t>
            </a:r>
            <a:r>
              <a:rPr lang="en-AU" sz="1400"/>
              <a:t> </a:t>
            </a:r>
            <a:r>
              <a:rPr lang="en-AU" sz="1400" err="1"/>
              <a:t>informasi</a:t>
            </a:r>
            <a:r>
              <a:rPr lang="en-AU" sz="1400"/>
              <a:t> </a:t>
            </a:r>
            <a:r>
              <a:rPr lang="en-AU" sz="1400" err="1"/>
              <a:t>dari</a:t>
            </a:r>
            <a:r>
              <a:rPr lang="en-AU" sz="1400"/>
              <a:t> </a:t>
            </a:r>
            <a:r>
              <a:rPr lang="en-AU" sz="1400" i="1"/>
              <a:t>user</a:t>
            </a:r>
            <a:r>
              <a:rPr lang="en-AU" sz="1400"/>
              <a:t> 1 </a:t>
            </a:r>
            <a:r>
              <a:rPr lang="en-AU" sz="1400" err="1"/>
              <a:t>menuju</a:t>
            </a:r>
            <a:r>
              <a:rPr lang="en-AU" sz="1400"/>
              <a:t> </a:t>
            </a:r>
            <a:r>
              <a:rPr lang="en-AU" sz="1400" err="1"/>
              <a:t>ke</a:t>
            </a:r>
            <a:r>
              <a:rPr lang="en-AU" sz="1400"/>
              <a:t> </a:t>
            </a:r>
            <a:r>
              <a:rPr lang="en-AU" sz="1400" i="1"/>
              <a:t>user</a:t>
            </a:r>
            <a:r>
              <a:rPr lang="en-AU" sz="1400"/>
              <a:t> 2 </a:t>
            </a:r>
            <a:r>
              <a:rPr lang="en-AU" sz="1400" err="1"/>
              <a:t>telah</a:t>
            </a:r>
            <a:r>
              <a:rPr lang="en-AU" sz="1400"/>
              <a:t> </a:t>
            </a:r>
            <a:r>
              <a:rPr lang="en-AU" sz="1400" err="1"/>
              <a:t>didapatkan</a:t>
            </a:r>
            <a:r>
              <a:rPr lang="en-AU" sz="1400"/>
              <a:t>.</a:t>
            </a:r>
          </a:p>
          <a:p>
            <a:pPr marL="342900" indent="-342900" algn="just">
              <a:buAutoNum type="arabicPeriod" startAt="2"/>
            </a:pPr>
            <a:endParaRPr lang="en-AU" sz="1400"/>
          </a:p>
          <a:p>
            <a:pPr marL="342900" indent="-342900" algn="just">
              <a:buAutoNum type="arabicPeriod" startAt="3"/>
            </a:pPr>
            <a:endParaRPr lang="en-AU" sz="1400"/>
          </a:p>
          <a:p>
            <a:pPr marL="152400" indent="0" algn="just">
              <a:buNone/>
            </a:pPr>
            <a:endParaRPr lang="en-AU" sz="1400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 algn="just">
              <a:buFont typeface="PT Sans"/>
              <a:buNone/>
            </a:pPr>
            <a:endParaRPr lang="id-ID" sz="1400" b="1"/>
          </a:p>
          <a:p>
            <a:pPr marL="152400" indent="0">
              <a:buFont typeface="PT Sans"/>
              <a:buNone/>
            </a:pPr>
            <a:endParaRPr lang="en-ID" sz="1400" b="1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7E5A3843-9EDC-F7C7-945A-F2D365E4B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721" y="1850447"/>
            <a:ext cx="3954780" cy="20227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1DB16A-6DD5-70E0-BE42-94FC95D442A6}"/>
              </a:ext>
            </a:extLst>
          </p:cNvPr>
          <p:cNvSpPr txBox="1"/>
          <p:nvPr/>
        </p:nvSpPr>
        <p:spPr>
          <a:xfrm>
            <a:off x="586129" y="1085095"/>
            <a:ext cx="4041763" cy="73866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PT Sans"/>
              </a:rPr>
              <a:t>Tabel 4.1 Tabel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langkah-langkah</a:t>
            </a:r>
            <a:r>
              <a:rPr lang="en-US">
                <a:solidFill>
                  <a:srgbClr val="FFFFFF"/>
                </a:solidFill>
                <a:latin typeface="PT Sans"/>
              </a:rPr>
              <a:t>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penentuan</a:t>
            </a:r>
            <a:r>
              <a:rPr lang="en-US">
                <a:solidFill>
                  <a:srgbClr val="FFFFFF"/>
                </a:solidFill>
                <a:latin typeface="PT Sans"/>
              </a:rPr>
              <a:t>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jarak</a:t>
            </a:r>
            <a:r>
              <a:rPr lang="en-US">
                <a:solidFill>
                  <a:srgbClr val="FFFFFF"/>
                </a:solidFill>
                <a:latin typeface="PT Sans"/>
              </a:rPr>
              <a:t>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terdekat</a:t>
            </a:r>
            <a:r>
              <a:rPr lang="en-US">
                <a:solidFill>
                  <a:srgbClr val="FFFFFF"/>
                </a:solidFill>
                <a:latin typeface="PT Sans"/>
              </a:rPr>
              <a:t>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dari</a:t>
            </a:r>
            <a:r>
              <a:rPr lang="en-US">
                <a:solidFill>
                  <a:srgbClr val="FFFFFF"/>
                </a:solidFill>
                <a:latin typeface="PT Sans"/>
              </a:rPr>
              <a:t>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posisi</a:t>
            </a:r>
            <a:r>
              <a:rPr lang="en-US">
                <a:solidFill>
                  <a:srgbClr val="FFFFFF"/>
                </a:solidFill>
                <a:latin typeface="PT Sans"/>
              </a:rPr>
              <a:t> node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utama</a:t>
            </a:r>
            <a:r>
              <a:rPr lang="en-US">
                <a:solidFill>
                  <a:srgbClr val="FFFFFF"/>
                </a:solidFill>
                <a:latin typeface="PT Sans"/>
              </a:rPr>
              <a:t> (device) </a:t>
            </a:r>
            <a:r>
              <a:rPr lang="en-US" err="1">
                <a:solidFill>
                  <a:srgbClr val="FFFFFF"/>
                </a:solidFill>
                <a:latin typeface="PT Sans"/>
              </a:rPr>
              <a:t>terhadap</a:t>
            </a:r>
            <a:r>
              <a:rPr lang="en-US">
                <a:solidFill>
                  <a:srgbClr val="FFFFFF"/>
                </a:solidFill>
                <a:latin typeface="PT Sans"/>
              </a:rPr>
              <a:t> router internet</a:t>
            </a:r>
          </a:p>
        </p:txBody>
      </p:sp>
    </p:spTree>
    <p:extLst>
      <p:ext uri="{BB962C8B-B14F-4D97-AF65-F5344CB8AC3E}">
        <p14:creationId xmlns:p14="http://schemas.microsoft.com/office/powerpoint/2010/main" val="41329059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2" name="Google Shape;2772;p36"/>
          <p:cNvSpPr txBox="1">
            <a:spLocks noGrp="1"/>
          </p:cNvSpPr>
          <p:nvPr>
            <p:ph type="title"/>
          </p:nvPr>
        </p:nvSpPr>
        <p:spPr>
          <a:xfrm>
            <a:off x="1086480" y="709590"/>
            <a:ext cx="6199920" cy="5803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/>
              <a:t>04 </a:t>
            </a:r>
            <a:r>
              <a:rPr lang="en" sz="2200">
                <a:solidFill>
                  <a:schemeClr val="accent2"/>
                </a:solidFill>
              </a:rPr>
              <a:t>Hasil Akhir </a:t>
            </a:r>
            <a:r>
              <a:rPr lang="en" sz="2200" err="1">
                <a:solidFill>
                  <a:schemeClr val="accent2"/>
                </a:solidFill>
              </a:rPr>
              <a:t>Perhitungan</a:t>
            </a:r>
          </a:p>
        </p:txBody>
      </p:sp>
      <p:sp>
        <p:nvSpPr>
          <p:cNvPr id="2775" name="Google Shape;2775;p36"/>
          <p:cNvSpPr/>
          <p:nvPr/>
        </p:nvSpPr>
        <p:spPr>
          <a:xfrm>
            <a:off x="-1414555" y="4201465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6" name="Google Shape;2776;p36"/>
          <p:cNvSpPr/>
          <p:nvPr/>
        </p:nvSpPr>
        <p:spPr>
          <a:xfrm>
            <a:off x="-1111455" y="3922165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8F0A537-060C-2C4C-C5CF-49954316F5B2}"/>
              </a:ext>
            </a:extLst>
          </p:cNvPr>
          <p:cNvSpPr txBox="1">
            <a:spLocks/>
          </p:cNvSpPr>
          <p:nvPr/>
        </p:nvSpPr>
        <p:spPr>
          <a:xfrm>
            <a:off x="1086480" y="1172460"/>
            <a:ext cx="3968760" cy="33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PT Sans"/>
              <a:buAutoNum type="arabicPeriod"/>
              <a:defRPr sz="12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 algn="just">
              <a:buNone/>
            </a:pPr>
            <a:r>
              <a:rPr lang="en-AU" sz="1400" err="1"/>
              <a:t>Didapatkan</a:t>
            </a:r>
            <a:r>
              <a:rPr lang="en-AU" sz="1400"/>
              <a:t> </a:t>
            </a:r>
            <a:r>
              <a:rPr lang="en-AU" sz="1400" err="1"/>
              <a:t>hasil</a:t>
            </a:r>
            <a:r>
              <a:rPr lang="en-AU" sz="1400"/>
              <a:t> </a:t>
            </a:r>
            <a:r>
              <a:rPr lang="en-AU" sz="1400" err="1"/>
              <a:t>akhir</a:t>
            </a:r>
            <a:r>
              <a:rPr lang="en-AU" sz="1400"/>
              <a:t> proses </a:t>
            </a:r>
            <a:r>
              <a:rPr lang="en-AU" sz="1400" err="1"/>
              <a:t>pengiriman</a:t>
            </a:r>
            <a:r>
              <a:rPr lang="en-AU" sz="1400"/>
              <a:t> </a:t>
            </a:r>
            <a:r>
              <a:rPr lang="en-AU" sz="1400" err="1"/>
              <a:t>informasi</a:t>
            </a:r>
            <a:r>
              <a:rPr lang="en-AU" sz="1400"/>
              <a:t> </a:t>
            </a:r>
            <a:r>
              <a:rPr lang="en-AU" sz="1400" err="1"/>
              <a:t>antar</a:t>
            </a:r>
            <a:r>
              <a:rPr lang="en-AU" sz="1400"/>
              <a:t> </a:t>
            </a:r>
            <a:r>
              <a:rPr lang="en-AU" sz="1400" i="1"/>
              <a:t>user</a:t>
            </a:r>
            <a:r>
              <a:rPr lang="en-AU" sz="1400"/>
              <a:t> yang paling optimal </a:t>
            </a:r>
            <a:r>
              <a:rPr lang="en-AU" sz="1400" err="1"/>
              <a:t>dari</a:t>
            </a:r>
            <a:r>
              <a:rPr lang="en-AU" sz="1400"/>
              <a:t> </a:t>
            </a:r>
            <a:r>
              <a:rPr lang="en-AU" sz="1400" i="1"/>
              <a:t>node</a:t>
            </a:r>
            <a:r>
              <a:rPr lang="en-AU" sz="1400"/>
              <a:t> 7 yang </a:t>
            </a:r>
            <a:r>
              <a:rPr lang="en-AU" sz="1400" err="1"/>
              <a:t>merupakan</a:t>
            </a:r>
            <a:r>
              <a:rPr lang="en-AU" sz="1400"/>
              <a:t> </a:t>
            </a:r>
            <a:r>
              <a:rPr lang="en-AU" sz="1400" i="1"/>
              <a:t>node</a:t>
            </a:r>
            <a:r>
              <a:rPr lang="en-AU" sz="1400"/>
              <a:t> </a:t>
            </a:r>
            <a:r>
              <a:rPr lang="en-AU" sz="1400" err="1"/>
              <a:t>dari</a:t>
            </a:r>
            <a:r>
              <a:rPr lang="en-AU" sz="1400"/>
              <a:t> </a:t>
            </a:r>
            <a:r>
              <a:rPr lang="en-AU" sz="1400" i="1"/>
              <a:t>device</a:t>
            </a:r>
            <a:r>
              <a:rPr lang="en-AU" sz="1400"/>
              <a:t> pada </a:t>
            </a:r>
            <a:r>
              <a:rPr lang="en-AU" sz="1400" i="1"/>
              <a:t>user</a:t>
            </a:r>
            <a:r>
              <a:rPr lang="en-AU" sz="1400"/>
              <a:t> 1 </a:t>
            </a:r>
            <a:r>
              <a:rPr lang="en-AU" sz="1400" err="1"/>
              <a:t>adalah</a:t>
            </a:r>
            <a:r>
              <a:rPr lang="en-AU" sz="1400"/>
              <a:t> </a:t>
            </a:r>
            <a:r>
              <a:rPr lang="en-AU" sz="1400" err="1"/>
              <a:t>dengan</a:t>
            </a:r>
            <a:r>
              <a:rPr lang="en-AU" sz="1400"/>
              <a:t> </a:t>
            </a:r>
            <a:r>
              <a:rPr lang="en-AU" sz="1400" err="1"/>
              <a:t>melalui</a:t>
            </a:r>
            <a:r>
              <a:rPr lang="en-AU" sz="1400"/>
              <a:t> </a:t>
            </a:r>
            <a:r>
              <a:rPr lang="en-AU" sz="1400" err="1"/>
              <a:t>rute</a:t>
            </a:r>
            <a:r>
              <a:rPr lang="en-AU" sz="1400"/>
              <a:t> </a:t>
            </a:r>
            <a:r>
              <a:rPr lang="en-AU" sz="1400" err="1"/>
              <a:t>menuju</a:t>
            </a:r>
            <a:r>
              <a:rPr lang="en-AU" sz="1400"/>
              <a:t> </a:t>
            </a:r>
            <a:r>
              <a:rPr lang="en-AU" sz="1400" i="1"/>
              <a:t>node</a:t>
            </a:r>
            <a:r>
              <a:rPr lang="en-AU" sz="1400"/>
              <a:t> 1, </a:t>
            </a:r>
            <a:r>
              <a:rPr lang="en-AU" sz="1400" err="1"/>
              <a:t>lalu</a:t>
            </a:r>
            <a:r>
              <a:rPr lang="en-AU" sz="1400"/>
              <a:t> </a:t>
            </a:r>
            <a:r>
              <a:rPr lang="en-AU" sz="1400" err="1"/>
              <a:t>menuju</a:t>
            </a:r>
            <a:r>
              <a:rPr lang="en-AU" sz="1400"/>
              <a:t> </a:t>
            </a:r>
            <a:r>
              <a:rPr lang="en-AU" sz="1400" err="1"/>
              <a:t>ke</a:t>
            </a:r>
            <a:r>
              <a:rPr lang="en-AU" sz="1400"/>
              <a:t> </a:t>
            </a:r>
            <a:r>
              <a:rPr lang="en-AU" sz="1400" i="1"/>
              <a:t>node</a:t>
            </a:r>
            <a:r>
              <a:rPr lang="en-AU" sz="1400"/>
              <a:t> 0, </a:t>
            </a:r>
            <a:r>
              <a:rPr lang="en-AU" sz="1400" err="1"/>
              <a:t>kemudian</a:t>
            </a:r>
            <a:r>
              <a:rPr lang="en-AU" sz="1400"/>
              <a:t> </a:t>
            </a:r>
            <a:r>
              <a:rPr lang="en-AU" sz="1400" err="1"/>
              <a:t>mengarah</a:t>
            </a:r>
            <a:r>
              <a:rPr lang="en-AU" sz="1400"/>
              <a:t> pada </a:t>
            </a:r>
            <a:r>
              <a:rPr lang="en-AU" sz="1400" i="1"/>
              <a:t>node</a:t>
            </a:r>
            <a:r>
              <a:rPr lang="en-AU" sz="1400"/>
              <a:t> 4 dan </a:t>
            </a:r>
            <a:r>
              <a:rPr lang="en-AU" sz="1400" err="1"/>
              <a:t>akhirnya</a:t>
            </a:r>
            <a:r>
              <a:rPr lang="en-AU" sz="1400"/>
              <a:t> </a:t>
            </a:r>
            <a:r>
              <a:rPr lang="en-AU" sz="1400" err="1"/>
              <a:t>sampai</a:t>
            </a:r>
            <a:r>
              <a:rPr lang="en-AU" sz="1400"/>
              <a:t> pada </a:t>
            </a:r>
            <a:r>
              <a:rPr lang="en-AU" sz="1400" i="1"/>
              <a:t>node</a:t>
            </a:r>
            <a:r>
              <a:rPr lang="en-AU" sz="1400"/>
              <a:t> 6 </a:t>
            </a:r>
            <a:r>
              <a:rPr lang="en-AU" sz="1400" err="1"/>
              <a:t>sebagai</a:t>
            </a:r>
            <a:r>
              <a:rPr lang="en-AU" sz="1400"/>
              <a:t> </a:t>
            </a:r>
            <a:r>
              <a:rPr lang="en-AU" sz="1400" i="1"/>
              <a:t>node</a:t>
            </a:r>
            <a:r>
              <a:rPr lang="en-AU" sz="1400"/>
              <a:t> </a:t>
            </a:r>
            <a:r>
              <a:rPr lang="en-AU" sz="1400" err="1"/>
              <a:t>dari</a:t>
            </a:r>
            <a:r>
              <a:rPr lang="en-AU" sz="1400"/>
              <a:t> </a:t>
            </a:r>
            <a:r>
              <a:rPr lang="en-AU" sz="1400" i="1"/>
              <a:t>device</a:t>
            </a:r>
            <a:r>
              <a:rPr lang="en-AU" sz="1400"/>
              <a:t> pada </a:t>
            </a:r>
            <a:r>
              <a:rPr lang="en-AU" sz="1400" i="1"/>
              <a:t>user</a:t>
            </a:r>
            <a:r>
              <a:rPr lang="en-AU" sz="1400"/>
              <a:t> 2.</a:t>
            </a:r>
          </a:p>
          <a:p>
            <a:pPr marL="0" indent="0" algn="just">
              <a:buNone/>
            </a:pPr>
            <a:endParaRPr lang="en-AU" sz="1400"/>
          </a:p>
          <a:p>
            <a:pPr marL="0" indent="0" algn="just">
              <a:buNone/>
            </a:pPr>
            <a:r>
              <a:rPr lang="en-AU" sz="1400" err="1"/>
              <a:t>Berdasarkan</a:t>
            </a:r>
            <a:r>
              <a:rPr lang="en-AU" sz="1400"/>
              <a:t> </a:t>
            </a:r>
            <a:r>
              <a:rPr lang="en-AU" sz="1400" err="1"/>
              <a:t>peta</a:t>
            </a:r>
            <a:r>
              <a:rPr lang="en-AU" sz="1400"/>
              <a:t> ITB </a:t>
            </a:r>
            <a:r>
              <a:rPr lang="en-AU" sz="1400" err="1"/>
              <a:t>Jatinangor</a:t>
            </a:r>
            <a:r>
              <a:rPr lang="en-AU" sz="1400"/>
              <a:t>, </a:t>
            </a:r>
            <a:r>
              <a:rPr lang="en-AU" sz="1400" err="1"/>
              <a:t>jalur</a:t>
            </a:r>
            <a:r>
              <a:rPr lang="en-AU" sz="1400"/>
              <a:t> paling optimal yang </a:t>
            </a:r>
            <a:r>
              <a:rPr lang="en-AU" sz="1400" err="1"/>
              <a:t>dapat</a:t>
            </a:r>
            <a:r>
              <a:rPr lang="en-AU" sz="1400"/>
              <a:t> </a:t>
            </a:r>
            <a:r>
              <a:rPr lang="en-AU" sz="1400" err="1"/>
              <a:t>dilalui</a:t>
            </a:r>
            <a:r>
              <a:rPr lang="en-AU" sz="1400"/>
              <a:t> </a:t>
            </a:r>
            <a:r>
              <a:rPr lang="en-AU" sz="1400" err="1"/>
              <a:t>untuk</a:t>
            </a:r>
            <a:r>
              <a:rPr lang="en-AU" sz="1400"/>
              <a:t> proses </a:t>
            </a:r>
            <a:r>
              <a:rPr lang="en-AU" sz="1400" err="1"/>
              <a:t>pengiriman</a:t>
            </a:r>
            <a:r>
              <a:rPr lang="en-AU" sz="1400"/>
              <a:t> </a:t>
            </a:r>
            <a:r>
              <a:rPr lang="en-AU" sz="1400" err="1"/>
              <a:t>informasi</a:t>
            </a:r>
            <a:r>
              <a:rPr lang="en-AU" sz="1400"/>
              <a:t> </a:t>
            </a:r>
            <a:r>
              <a:rPr lang="en-AU" sz="1400" err="1"/>
              <a:t>dari</a:t>
            </a:r>
            <a:r>
              <a:rPr lang="en-AU" sz="1400"/>
              <a:t> </a:t>
            </a:r>
            <a:r>
              <a:rPr lang="en-AU" sz="1400" i="1"/>
              <a:t>device user</a:t>
            </a:r>
            <a:r>
              <a:rPr lang="en-AU" sz="1400"/>
              <a:t> 1 </a:t>
            </a:r>
            <a:r>
              <a:rPr lang="en-AU" sz="1400" err="1"/>
              <a:t>sebagai</a:t>
            </a:r>
            <a:r>
              <a:rPr lang="en-AU" sz="1400"/>
              <a:t> </a:t>
            </a:r>
            <a:r>
              <a:rPr lang="en-AU" sz="1400" err="1"/>
              <a:t>pengirim</a:t>
            </a:r>
            <a:r>
              <a:rPr lang="en-AU" sz="1400"/>
              <a:t> </a:t>
            </a:r>
            <a:r>
              <a:rPr lang="en-AU" sz="1400" err="1"/>
              <a:t>adalah</a:t>
            </a:r>
            <a:r>
              <a:rPr lang="en-AU" sz="1400"/>
              <a:t> </a:t>
            </a:r>
            <a:r>
              <a:rPr lang="en-AU" sz="1400" err="1"/>
              <a:t>melalui</a:t>
            </a:r>
            <a:r>
              <a:rPr lang="en-AU" sz="1400"/>
              <a:t> asrama </a:t>
            </a:r>
            <a:r>
              <a:rPr lang="en-AU" sz="1400" err="1"/>
              <a:t>terlebih</a:t>
            </a:r>
            <a:r>
              <a:rPr lang="en-AU" sz="1400"/>
              <a:t> </a:t>
            </a:r>
            <a:r>
              <a:rPr lang="en-AU" sz="1400" err="1"/>
              <a:t>dahulu</a:t>
            </a:r>
            <a:r>
              <a:rPr lang="en-AU" sz="1400"/>
              <a:t>, </a:t>
            </a:r>
            <a:r>
              <a:rPr lang="en-AU" sz="1400" err="1"/>
              <a:t>lalu</a:t>
            </a:r>
            <a:r>
              <a:rPr lang="en-AU" sz="1400"/>
              <a:t> </a:t>
            </a:r>
            <a:r>
              <a:rPr lang="en-AU" sz="1400" err="1"/>
              <a:t>menuju</a:t>
            </a:r>
            <a:r>
              <a:rPr lang="en-AU" sz="1400"/>
              <a:t> </a:t>
            </a:r>
            <a:r>
              <a:rPr lang="en-AU" sz="1400" err="1"/>
              <a:t>gedung</a:t>
            </a:r>
            <a:r>
              <a:rPr lang="en-AU" sz="1400"/>
              <a:t> </a:t>
            </a:r>
            <a:r>
              <a:rPr lang="en-AU" sz="1400" err="1"/>
              <a:t>kuliah</a:t>
            </a:r>
            <a:r>
              <a:rPr lang="en-AU" sz="1400"/>
              <a:t> &amp; GKU, </a:t>
            </a:r>
            <a:r>
              <a:rPr lang="en-AU" sz="1400" err="1"/>
              <a:t>setelah</a:t>
            </a:r>
            <a:r>
              <a:rPr lang="en-AU" sz="1400"/>
              <a:t> </a:t>
            </a:r>
            <a:r>
              <a:rPr lang="en-AU" sz="1400" err="1"/>
              <a:t>itu</a:t>
            </a:r>
            <a:r>
              <a:rPr lang="en-AU" sz="1400"/>
              <a:t> </a:t>
            </a:r>
            <a:r>
              <a:rPr lang="en-AU" sz="1400" err="1"/>
              <a:t>mengarah</a:t>
            </a:r>
            <a:r>
              <a:rPr lang="en-AU" sz="1400"/>
              <a:t> pada </a:t>
            </a:r>
            <a:r>
              <a:rPr lang="en-AU" sz="1400" err="1"/>
              <a:t>laboratorium</a:t>
            </a:r>
            <a:r>
              <a:rPr lang="en-AU" sz="1400"/>
              <a:t> dan </a:t>
            </a:r>
            <a:r>
              <a:rPr lang="en-AU" sz="1400" err="1"/>
              <a:t>akhirnya</a:t>
            </a:r>
            <a:r>
              <a:rPr lang="en-AU" sz="1400"/>
              <a:t> </a:t>
            </a:r>
            <a:r>
              <a:rPr lang="en-AU" sz="1400" err="1"/>
              <a:t>sampai</a:t>
            </a:r>
            <a:r>
              <a:rPr lang="en-AU" sz="1400"/>
              <a:t> pada </a:t>
            </a:r>
            <a:r>
              <a:rPr lang="en-AU" sz="1400" i="1"/>
              <a:t>device user</a:t>
            </a:r>
            <a:r>
              <a:rPr lang="en-AU" sz="1400"/>
              <a:t> 2 </a:t>
            </a:r>
            <a:r>
              <a:rPr lang="en-AU" sz="1400" err="1"/>
              <a:t>sebagai</a:t>
            </a:r>
            <a:r>
              <a:rPr lang="en-AU" sz="1400"/>
              <a:t> </a:t>
            </a:r>
            <a:r>
              <a:rPr lang="en-AU" sz="1400" err="1"/>
              <a:t>penerima</a:t>
            </a:r>
            <a:r>
              <a:rPr lang="en-AU" sz="1400"/>
              <a:t> </a:t>
            </a:r>
            <a:r>
              <a:rPr lang="en-AU" sz="1400" err="1"/>
              <a:t>informasi</a:t>
            </a:r>
            <a:r>
              <a:rPr lang="en-AU" sz="1400"/>
              <a:t>.</a:t>
            </a:r>
            <a:endParaRPr lang="en-AU"/>
          </a:p>
          <a:p>
            <a:pPr marL="0" indent="0" algn="just">
              <a:buNone/>
            </a:pPr>
            <a:endParaRPr lang="en-AU" sz="1400"/>
          </a:p>
          <a:p>
            <a:pPr marL="0" indent="0" algn="just">
              <a:buNone/>
            </a:pPr>
            <a:endParaRPr lang="en-AU" sz="1400"/>
          </a:p>
        </p:txBody>
      </p:sp>
      <p:pic>
        <p:nvPicPr>
          <p:cNvPr id="4" name="Picture 3" descr="Map&#10;&#10;Description automatically generated">
            <a:extLst>
              <a:ext uri="{FF2B5EF4-FFF2-40B4-BE49-F238E27FC236}">
                <a16:creationId xmlns:a16="http://schemas.microsoft.com/office/drawing/2014/main" id="{185639E7-DF56-FF56-D9ED-3D173549632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4077" y="2804160"/>
            <a:ext cx="3004423" cy="185166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AECBCE-968F-ED12-5ED7-5C9FBA3332E7}"/>
              </a:ext>
            </a:extLst>
          </p:cNvPr>
          <p:cNvSpPr txBox="1"/>
          <p:nvPr/>
        </p:nvSpPr>
        <p:spPr>
          <a:xfrm>
            <a:off x="5311140" y="4652010"/>
            <a:ext cx="2743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Gambar 4.4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41CE5B-914D-20DD-29C2-E2123F05C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6891" y="1059996"/>
            <a:ext cx="3009180" cy="174176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3" name="Google Shape;2883;p38"/>
          <p:cNvSpPr txBox="1">
            <a:spLocks noGrp="1"/>
          </p:cNvSpPr>
          <p:nvPr>
            <p:ph type="title"/>
          </p:nvPr>
        </p:nvSpPr>
        <p:spPr>
          <a:xfrm>
            <a:off x="713100" y="2405677"/>
            <a:ext cx="7717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>
                <a:solidFill>
                  <a:srgbClr val="FFFFFF"/>
                </a:solidFill>
              </a:rPr>
              <a:t>KESIMPULAN</a:t>
            </a:r>
          </a:p>
        </p:txBody>
      </p:sp>
      <p:sp>
        <p:nvSpPr>
          <p:cNvPr id="2885" name="Google Shape;2885;p38"/>
          <p:cNvSpPr txBox="1">
            <a:spLocks noGrp="1"/>
          </p:cNvSpPr>
          <p:nvPr>
            <p:ph type="title" idx="2"/>
          </p:nvPr>
        </p:nvSpPr>
        <p:spPr>
          <a:xfrm>
            <a:off x="3132450" y="1484973"/>
            <a:ext cx="2879100" cy="92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grpSp>
        <p:nvGrpSpPr>
          <p:cNvPr id="2886" name="Google Shape;2886;p38"/>
          <p:cNvGrpSpPr/>
          <p:nvPr/>
        </p:nvGrpSpPr>
        <p:grpSpPr>
          <a:xfrm rot="-5400000">
            <a:off x="2746096" y="55862"/>
            <a:ext cx="1823016" cy="296643"/>
            <a:chOff x="7857346" y="3902355"/>
            <a:chExt cx="1823016" cy="296643"/>
          </a:xfrm>
        </p:grpSpPr>
        <p:sp>
          <p:nvSpPr>
            <p:cNvPr id="2887" name="Google Shape;2887;p3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38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38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3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3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38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9" name="Google Shape;2899;p38"/>
          <p:cNvGrpSpPr/>
          <p:nvPr/>
        </p:nvGrpSpPr>
        <p:grpSpPr>
          <a:xfrm>
            <a:off x="86651" y="4776394"/>
            <a:ext cx="1252897" cy="51000"/>
            <a:chOff x="2915381" y="4104819"/>
            <a:chExt cx="1252897" cy="51000"/>
          </a:xfrm>
        </p:grpSpPr>
        <p:sp>
          <p:nvSpPr>
            <p:cNvPr id="2900" name="Google Shape;2900;p38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38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38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38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38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38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38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38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38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38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38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38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38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38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14" name="Google Shape;2914;p38"/>
          <p:cNvGrpSpPr/>
          <p:nvPr/>
        </p:nvGrpSpPr>
        <p:grpSpPr>
          <a:xfrm>
            <a:off x="8123220" y="154749"/>
            <a:ext cx="1105976" cy="133969"/>
            <a:chOff x="8183182" y="663852"/>
            <a:chExt cx="1475028" cy="178673"/>
          </a:xfrm>
        </p:grpSpPr>
        <p:grpSp>
          <p:nvGrpSpPr>
            <p:cNvPr id="2915" name="Google Shape;2915;p38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916" name="Google Shape;2916;p3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Google Shape;2917;p3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Google Shape;2918;p3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Google Shape;2919;p3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Google Shape;2920;p3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Google Shape;2921;p3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Google Shape;2922;p3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Google Shape;2923;p3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Google Shape;2924;p3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Google Shape;2925;p3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26" name="Google Shape;2926;p38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27" name="Google Shape;2927;p3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Google Shape;2928;p3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Google Shape;2929;p3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Google Shape;2930;p3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Google Shape;2931;p3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Google Shape;2932;p3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Google Shape;2933;p3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Google Shape;2934;p3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Google Shape;2935;p3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3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601913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4" name="Google Shape;2824;p37"/>
          <p:cNvSpPr txBox="1">
            <a:spLocks noGrp="1"/>
          </p:cNvSpPr>
          <p:nvPr>
            <p:ph type="title"/>
          </p:nvPr>
        </p:nvSpPr>
        <p:spPr>
          <a:xfrm>
            <a:off x="2137433" y="791031"/>
            <a:ext cx="4344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>
                <a:solidFill>
                  <a:schemeClr val="accent2"/>
                </a:solidFill>
              </a:rPr>
              <a:t>Kesimpulan</a:t>
            </a:r>
          </a:p>
        </p:txBody>
      </p:sp>
      <p:grpSp>
        <p:nvGrpSpPr>
          <p:cNvPr id="2834" name="Google Shape;2834;p37"/>
          <p:cNvGrpSpPr/>
          <p:nvPr/>
        </p:nvGrpSpPr>
        <p:grpSpPr>
          <a:xfrm>
            <a:off x="6397851" y="1075319"/>
            <a:ext cx="1252897" cy="51000"/>
            <a:chOff x="2915381" y="4104819"/>
            <a:chExt cx="1252897" cy="51000"/>
          </a:xfrm>
        </p:grpSpPr>
        <p:sp>
          <p:nvSpPr>
            <p:cNvPr id="2835" name="Google Shape;2835;p3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3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3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3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3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3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3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3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3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3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3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3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3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3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D905359-D576-63FB-869A-8D28402CD267}"/>
              </a:ext>
            </a:extLst>
          </p:cNvPr>
          <p:cNvSpPr txBox="1">
            <a:spLocks/>
          </p:cNvSpPr>
          <p:nvPr/>
        </p:nvSpPr>
        <p:spPr>
          <a:xfrm>
            <a:off x="1522248" y="1467736"/>
            <a:ext cx="5995680" cy="3805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PT Sans"/>
              <a:buAutoNum type="arabicPeriod"/>
              <a:defRPr sz="12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algn="just">
              <a:buNone/>
            </a:pPr>
            <a:r>
              <a:rPr lang="en-US" sz="1400" dirty="0"/>
              <a:t> </a:t>
            </a:r>
            <a:r>
              <a:rPr lang="en-AU" sz="1400" dirty="0"/>
              <a:t> </a:t>
            </a:r>
            <a:endParaRPr lang="en-US" dirty="0"/>
          </a:p>
          <a:p>
            <a:pPr marL="0" indent="0" algn="just">
              <a:buNone/>
            </a:pPr>
            <a:r>
              <a:rPr lang="en-US" sz="1400" dirty="0"/>
              <a:t>Kesimpulan yang </a:t>
            </a:r>
            <a:r>
              <a:rPr lang="en-US" sz="1400" dirty="0" err="1"/>
              <a:t>didapat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 </a:t>
            </a:r>
            <a:r>
              <a:rPr lang="en-US" sz="1400" dirty="0" err="1"/>
              <a:t>eksperimen</a:t>
            </a:r>
            <a:r>
              <a:rPr lang="en-US" sz="1400" dirty="0"/>
              <a:t>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adalah</a:t>
            </a:r>
            <a:r>
              <a:rPr lang="en-US" sz="1400" dirty="0"/>
              <a:t> </a:t>
            </a:r>
            <a:r>
              <a:rPr lang="en-US" sz="1400" dirty="0" err="1"/>
              <a:t>bahwa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menentukan</a:t>
            </a:r>
            <a:r>
              <a:rPr lang="en-US" sz="1400" dirty="0"/>
              <a:t> </a:t>
            </a:r>
            <a:r>
              <a:rPr lang="en-US" sz="1400" dirty="0" err="1"/>
              <a:t>kondisi</a:t>
            </a:r>
            <a:r>
              <a:rPr lang="en-US" sz="1400" dirty="0"/>
              <a:t> </a:t>
            </a:r>
            <a:r>
              <a:rPr lang="en-US" sz="1400" dirty="0" err="1"/>
              <a:t>pengiriman</a:t>
            </a:r>
            <a:r>
              <a:rPr lang="en-US" sz="1400" dirty="0"/>
              <a:t> </a:t>
            </a:r>
            <a:r>
              <a:rPr lang="en-US" sz="1400" dirty="0" err="1"/>
              <a:t>informasi</a:t>
            </a:r>
            <a:r>
              <a:rPr lang="en-US" sz="1400" dirty="0"/>
              <a:t> yang paling optimal yang </a:t>
            </a:r>
            <a:r>
              <a:rPr lang="en-US" sz="1400" dirty="0" err="1"/>
              <a:t>ada</a:t>
            </a:r>
            <a:r>
              <a:rPr lang="en-US" sz="1400" dirty="0"/>
              <a:t> di ITB </a:t>
            </a:r>
            <a:r>
              <a:rPr lang="en-US" sz="1400" dirty="0" err="1"/>
              <a:t>Jatinangor</a:t>
            </a:r>
            <a:r>
              <a:rPr lang="en-US" sz="1400" dirty="0"/>
              <a:t> </a:t>
            </a:r>
            <a:r>
              <a:rPr lang="en-US" sz="1400" dirty="0" err="1"/>
              <a:t>dapat</a:t>
            </a:r>
            <a:r>
              <a:rPr lang="en-US" sz="1400" dirty="0"/>
              <a:t> </a:t>
            </a:r>
            <a:r>
              <a:rPr lang="en-US" sz="1400" dirty="0" err="1"/>
              <a:t>menggunakan</a:t>
            </a:r>
            <a:r>
              <a:rPr lang="en-US" sz="1400" dirty="0"/>
              <a:t> </a:t>
            </a:r>
            <a:r>
              <a:rPr lang="en-US" sz="1400" dirty="0" err="1"/>
              <a:t>algoritma</a:t>
            </a:r>
            <a:r>
              <a:rPr lang="en-US" sz="1400" dirty="0"/>
              <a:t> Dijkstra </a:t>
            </a:r>
            <a:r>
              <a:rPr lang="en-US" sz="1400" dirty="0" err="1"/>
              <a:t>karena</a:t>
            </a:r>
            <a:r>
              <a:rPr lang="en-US" sz="1400" dirty="0"/>
              <a:t> </a:t>
            </a:r>
            <a:r>
              <a:rPr lang="en-US" sz="1400" dirty="0" err="1"/>
              <a:t>algoritma</a:t>
            </a:r>
            <a:r>
              <a:rPr lang="en-US" sz="1400" dirty="0"/>
              <a:t>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memiliki</a:t>
            </a:r>
            <a:r>
              <a:rPr lang="en-US" sz="1400" dirty="0"/>
              <a:t> </a:t>
            </a:r>
            <a:r>
              <a:rPr lang="en-US" sz="1400" dirty="0" err="1"/>
              <a:t>sistem</a:t>
            </a:r>
            <a:r>
              <a:rPr lang="en-US" sz="1400" dirty="0"/>
              <a:t> </a:t>
            </a:r>
            <a:r>
              <a:rPr lang="en-US" sz="1400" dirty="0" err="1"/>
              <a:t>pemetaan</a:t>
            </a:r>
            <a:r>
              <a:rPr lang="en-US" sz="1400" dirty="0"/>
              <a:t> yang </a:t>
            </a:r>
            <a:r>
              <a:rPr lang="en-US" sz="1400" dirty="0" err="1"/>
              <a:t>sudah</a:t>
            </a:r>
            <a:r>
              <a:rPr lang="en-US" sz="1400" dirty="0"/>
              <a:t> </a:t>
            </a:r>
            <a:r>
              <a:rPr lang="en-US" sz="1400" dirty="0" err="1"/>
              <a:t>canggih</a:t>
            </a:r>
            <a:r>
              <a:rPr lang="en-US" sz="1400" dirty="0"/>
              <a:t> </a:t>
            </a:r>
            <a:r>
              <a:rPr lang="en-US" sz="1400" dirty="0" err="1"/>
              <a:t>sehingga</a:t>
            </a:r>
            <a:r>
              <a:rPr lang="en-US" sz="1400" dirty="0"/>
              <a:t> </a:t>
            </a:r>
            <a:r>
              <a:rPr lang="en-US" sz="1400" dirty="0" err="1"/>
              <a:t>sangat</a:t>
            </a:r>
            <a:r>
              <a:rPr lang="en-US" sz="1400" dirty="0"/>
              <a:t> </a:t>
            </a:r>
            <a:r>
              <a:rPr lang="en-US" sz="1400" dirty="0" err="1"/>
              <a:t>bermanfaat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menentukan</a:t>
            </a:r>
            <a:r>
              <a:rPr lang="en-US" sz="1400" dirty="0"/>
              <a:t> </a:t>
            </a:r>
            <a:r>
              <a:rPr lang="en-US" sz="1400" dirty="0" err="1"/>
              <a:t>pemetaan</a:t>
            </a:r>
            <a:r>
              <a:rPr lang="en-US" sz="1400" dirty="0"/>
              <a:t> </a:t>
            </a:r>
            <a:r>
              <a:rPr lang="en-US" sz="1400" dirty="0" err="1"/>
              <a:t>jarak</a:t>
            </a:r>
            <a:r>
              <a:rPr lang="en-US" sz="1400" dirty="0"/>
              <a:t> </a:t>
            </a:r>
            <a:r>
              <a:rPr lang="en-US" sz="1400" dirty="0" err="1"/>
              <a:t>terpendek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pengiriman</a:t>
            </a:r>
            <a:r>
              <a:rPr lang="en-US" sz="1400" dirty="0"/>
              <a:t> </a:t>
            </a:r>
            <a:r>
              <a:rPr lang="en-US" sz="1400" dirty="0" err="1"/>
              <a:t>informasi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 </a:t>
            </a:r>
            <a:r>
              <a:rPr lang="en-US" sz="1400" i="1" dirty="0"/>
              <a:t>user </a:t>
            </a:r>
            <a:r>
              <a:rPr lang="en-US" sz="1400" dirty="0" err="1"/>
              <a:t>satu</a:t>
            </a:r>
            <a:r>
              <a:rPr lang="en-US" sz="1400" dirty="0"/>
              <a:t> </a:t>
            </a:r>
            <a:r>
              <a:rPr lang="en-US" sz="1400" dirty="0" err="1"/>
              <a:t>menuju</a:t>
            </a:r>
            <a:r>
              <a:rPr lang="en-US" sz="1400" dirty="0"/>
              <a:t> </a:t>
            </a:r>
            <a:r>
              <a:rPr lang="en-US" sz="1400" dirty="0" err="1"/>
              <a:t>ke</a:t>
            </a:r>
            <a:r>
              <a:rPr lang="en-US" sz="1400" dirty="0"/>
              <a:t> </a:t>
            </a:r>
            <a:r>
              <a:rPr lang="en-US" sz="1400" i="1" dirty="0"/>
              <a:t>user</a:t>
            </a:r>
            <a:r>
              <a:rPr lang="en-US" sz="1400" dirty="0"/>
              <a:t> </a:t>
            </a:r>
            <a:r>
              <a:rPr lang="en-US" sz="1400" dirty="0" err="1"/>
              <a:t>lainnya</a:t>
            </a:r>
            <a:r>
              <a:rPr lang="en-US" sz="1400" dirty="0"/>
              <a:t>.</a:t>
            </a:r>
            <a:endParaRPr lang="en-AU" dirty="0"/>
          </a:p>
          <a:p>
            <a:pPr marL="0" indent="0" algn="just">
              <a:buNone/>
            </a:pPr>
            <a:endParaRPr lang="en-US" sz="1400" dirty="0"/>
          </a:p>
          <a:p>
            <a:pPr marL="0" indent="0" algn="just">
              <a:buNone/>
            </a:pPr>
            <a:r>
              <a:rPr lang="en-US" sz="1400" dirty="0" err="1"/>
              <a:t>Algoritma</a:t>
            </a:r>
            <a:r>
              <a:rPr lang="en-US" sz="1400" dirty="0"/>
              <a:t> Dijkstra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melakukan</a:t>
            </a:r>
            <a:r>
              <a:rPr lang="en-US" sz="1400" dirty="0"/>
              <a:t> </a:t>
            </a:r>
            <a:r>
              <a:rPr lang="en-US" sz="1400" dirty="0" err="1"/>
              <a:t>pemetaan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 </a:t>
            </a:r>
            <a:r>
              <a:rPr lang="en-US" sz="1400" dirty="0" err="1"/>
              <a:t>berbagai</a:t>
            </a:r>
            <a:r>
              <a:rPr lang="en-US" sz="1400" dirty="0"/>
              <a:t> router yang </a:t>
            </a:r>
            <a:r>
              <a:rPr lang="en-US" sz="1400" dirty="0" err="1"/>
              <a:t>ada</a:t>
            </a:r>
            <a:r>
              <a:rPr lang="en-US" sz="1400" dirty="0"/>
              <a:t> di ITB </a:t>
            </a:r>
            <a:r>
              <a:rPr lang="en-US" sz="1400" dirty="0" err="1"/>
              <a:t>Jatinangor</a:t>
            </a:r>
            <a:r>
              <a:rPr lang="en-US" sz="1400" dirty="0"/>
              <a:t> dan </a:t>
            </a:r>
            <a:r>
              <a:rPr lang="en-US" sz="1400" dirty="0" err="1"/>
              <a:t>kemudian</a:t>
            </a:r>
            <a:r>
              <a:rPr lang="en-US" sz="1400" dirty="0"/>
              <a:t> </a:t>
            </a:r>
            <a:r>
              <a:rPr lang="en-US" sz="1400" dirty="0" err="1"/>
              <a:t>menentukan</a:t>
            </a:r>
            <a:r>
              <a:rPr lang="en-US" sz="1400" dirty="0"/>
              <a:t> </a:t>
            </a:r>
            <a:r>
              <a:rPr lang="en-US" sz="1400" dirty="0" err="1"/>
              <a:t>jarak</a:t>
            </a:r>
            <a:r>
              <a:rPr lang="en-US" sz="1400" dirty="0"/>
              <a:t> yang paling optimal </a:t>
            </a:r>
            <a:r>
              <a:rPr lang="en-US" sz="1400" dirty="0" err="1"/>
              <a:t>antara</a:t>
            </a:r>
            <a:r>
              <a:rPr lang="en-US" sz="1400" dirty="0"/>
              <a:t> </a:t>
            </a:r>
            <a:r>
              <a:rPr lang="en-US" sz="1400" i="1" dirty="0"/>
              <a:t>router</a:t>
            </a:r>
            <a:r>
              <a:rPr lang="en-US" sz="1400" dirty="0"/>
              <a:t> </a:t>
            </a:r>
            <a:r>
              <a:rPr lang="en-US" sz="1400" dirty="0" err="1"/>
              <a:t>dengan</a:t>
            </a:r>
            <a:r>
              <a:rPr lang="en-US" sz="1400" dirty="0"/>
              <a:t> </a:t>
            </a:r>
            <a:r>
              <a:rPr lang="en-US" sz="1400" i="1" dirty="0"/>
              <a:t>user</a:t>
            </a:r>
            <a:r>
              <a:rPr lang="en-US" sz="1400" dirty="0"/>
              <a:t>.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pemakaiannya</a:t>
            </a:r>
            <a:r>
              <a:rPr lang="en-US" sz="1400" dirty="0"/>
              <a:t> </a:t>
            </a:r>
            <a:r>
              <a:rPr lang="en-US" sz="1400" dirty="0" err="1"/>
              <a:t>sendiri</a:t>
            </a:r>
            <a:r>
              <a:rPr lang="en-US" sz="1400" dirty="0"/>
              <a:t>, </a:t>
            </a:r>
            <a:r>
              <a:rPr lang="en-AU" sz="1400" dirty="0" err="1"/>
              <a:t>algoritma</a:t>
            </a:r>
            <a:r>
              <a:rPr lang="en-AU" sz="1400" dirty="0"/>
              <a:t> </a:t>
            </a:r>
            <a:r>
              <a:rPr lang="en-AU" sz="1400" dirty="0" err="1"/>
              <a:t>Djikstra</a:t>
            </a:r>
            <a:r>
              <a:rPr lang="en-AU" sz="1400" dirty="0"/>
              <a:t> </a:t>
            </a:r>
            <a:r>
              <a:rPr lang="en-AU" sz="1400" dirty="0" err="1"/>
              <a:t>memiliki</a:t>
            </a:r>
            <a:r>
              <a:rPr lang="en-AU" sz="1400" dirty="0"/>
              <a:t> </a:t>
            </a:r>
            <a:r>
              <a:rPr lang="en-AU" sz="1400" dirty="0" err="1"/>
              <a:t>beberapa</a:t>
            </a:r>
            <a:r>
              <a:rPr lang="en-AU" sz="1400" dirty="0"/>
              <a:t> </a:t>
            </a:r>
            <a:r>
              <a:rPr lang="en-AU" sz="1400" dirty="0" err="1"/>
              <a:t>syarat</a:t>
            </a:r>
            <a:r>
              <a:rPr lang="en-AU" sz="1400" dirty="0"/>
              <a:t> agar </a:t>
            </a:r>
            <a:r>
              <a:rPr lang="en-AU" sz="1400" dirty="0" err="1"/>
              <a:t>dapat</a:t>
            </a:r>
            <a:r>
              <a:rPr lang="en-AU" sz="1400" dirty="0"/>
              <a:t> </a:t>
            </a:r>
            <a:r>
              <a:rPr lang="en-AU" sz="1400" dirty="0" err="1"/>
              <a:t>berjalan</a:t>
            </a:r>
            <a:r>
              <a:rPr lang="en-AU" sz="1400" dirty="0"/>
              <a:t> </a:t>
            </a:r>
            <a:r>
              <a:rPr lang="en-AU" sz="1400" dirty="0" err="1"/>
              <a:t>dengan</a:t>
            </a:r>
            <a:r>
              <a:rPr lang="en-AU" sz="1400" dirty="0"/>
              <a:t> lancer </a:t>
            </a:r>
            <a:r>
              <a:rPr lang="en-AU" sz="1400" dirty="0" err="1"/>
              <a:t>yaitu</a:t>
            </a:r>
            <a:r>
              <a:rPr lang="en-AU" sz="1400" dirty="0"/>
              <a:t> </a:t>
            </a:r>
            <a:r>
              <a:rPr lang="en-AU" sz="1400" dirty="0" err="1"/>
              <a:t>graf</a:t>
            </a:r>
            <a:r>
              <a:rPr lang="en-AU" sz="1400" dirty="0"/>
              <a:t> yang </a:t>
            </a:r>
            <a:r>
              <a:rPr lang="en-AU" sz="1400" dirty="0" err="1"/>
              <a:t>ada</a:t>
            </a:r>
            <a:r>
              <a:rPr lang="en-AU" sz="1400" dirty="0"/>
              <a:t> </a:t>
            </a:r>
            <a:r>
              <a:rPr lang="en-AU" sz="1400" dirty="0" err="1"/>
              <a:t>harus</a:t>
            </a:r>
            <a:r>
              <a:rPr lang="en-AU" sz="1400" dirty="0"/>
              <a:t> </a:t>
            </a:r>
            <a:r>
              <a:rPr lang="en-AU" sz="1400" dirty="0" err="1"/>
              <a:t>memiliki</a:t>
            </a:r>
            <a:r>
              <a:rPr lang="en-AU" sz="1400" dirty="0"/>
              <a:t> </a:t>
            </a:r>
            <a:r>
              <a:rPr lang="en-AU" sz="1400" dirty="0" err="1"/>
              <a:t>nilai</a:t>
            </a:r>
            <a:r>
              <a:rPr lang="en-AU" sz="1400" dirty="0"/>
              <a:t> </a:t>
            </a:r>
            <a:r>
              <a:rPr lang="en-AU" sz="1400" dirty="0" err="1"/>
              <a:t>bobot</a:t>
            </a:r>
            <a:r>
              <a:rPr lang="en-AU" sz="1400" dirty="0"/>
              <a:t> </a:t>
            </a:r>
            <a:r>
              <a:rPr lang="en-AU" sz="1400" dirty="0" err="1"/>
              <a:t>positif</a:t>
            </a:r>
            <a:r>
              <a:rPr lang="en-AU" sz="1400" dirty="0"/>
              <a:t> dan </a:t>
            </a:r>
            <a:r>
              <a:rPr lang="en-AU" sz="1400" dirty="0" err="1"/>
              <a:t>memiliki</a:t>
            </a:r>
            <a:r>
              <a:rPr lang="en-AU" sz="1400" dirty="0"/>
              <a:t> </a:t>
            </a:r>
            <a:r>
              <a:rPr lang="en-AU" sz="1400" dirty="0" err="1"/>
              <a:t>arah</a:t>
            </a:r>
            <a:r>
              <a:rPr lang="en-AU" sz="1400" dirty="0"/>
              <a:t> </a:t>
            </a:r>
            <a:r>
              <a:rPr lang="en-AU" sz="1400" dirty="0" err="1"/>
              <a:t>tertentu</a:t>
            </a:r>
            <a:r>
              <a:rPr lang="en-AU" sz="1400" dirty="0"/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8" name="Google Shape;2948;p39"/>
          <p:cNvSpPr txBox="1">
            <a:spLocks noGrp="1"/>
          </p:cNvSpPr>
          <p:nvPr>
            <p:ph type="title"/>
          </p:nvPr>
        </p:nvSpPr>
        <p:spPr>
          <a:xfrm>
            <a:off x="713100" y="617983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>
                <a:solidFill>
                  <a:schemeClr val="accent2"/>
                </a:solidFill>
              </a:rPr>
              <a:t>Hal yang dipelajari</a:t>
            </a:r>
          </a:p>
        </p:txBody>
      </p:sp>
      <p:sp>
        <p:nvSpPr>
          <p:cNvPr id="2952" name="Google Shape;2952;p39"/>
          <p:cNvSpPr txBox="1"/>
          <p:nvPr/>
        </p:nvSpPr>
        <p:spPr>
          <a:xfrm>
            <a:off x="1185700" y="1586686"/>
            <a:ext cx="6623482" cy="3018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1800" dirty="0">
                <a:solidFill>
                  <a:schemeClr val="bg1"/>
                </a:solidFill>
                <a:latin typeface="PT Sans" panose="020B0604020202020204" charset="0"/>
                <a:ea typeface="PT Sans"/>
              </a:rPr>
              <a:t>1) </a:t>
            </a:r>
            <a:r>
              <a:rPr lang="en-AU" sz="1800" dirty="0" err="1">
                <a:solidFill>
                  <a:schemeClr val="bg1"/>
                </a:solidFill>
                <a:latin typeface="PT Sans" panose="020B0604020202020204" charset="0"/>
                <a:ea typeface="PT Sans"/>
              </a:rPr>
              <a:t>Mampu</a:t>
            </a:r>
            <a:r>
              <a:rPr lang="en-AU" sz="1800" dirty="0">
                <a:solidFill>
                  <a:schemeClr val="bg1"/>
                </a:solidFill>
                <a:latin typeface="PT Sans" panose="020B0604020202020204" charset="0"/>
                <a:ea typeface="PT Sans"/>
              </a:rPr>
              <a:t> </a:t>
            </a:r>
            <a:r>
              <a:rPr lang="en-AU" sz="1800" dirty="0" err="1">
                <a:solidFill>
                  <a:schemeClr val="bg1"/>
                </a:solidFill>
                <a:latin typeface="PT Sans" panose="020B0604020202020204" charset="0"/>
                <a:ea typeface="PT Sans"/>
              </a:rPr>
              <a:t>untuk</a:t>
            </a:r>
            <a:r>
              <a:rPr lang="en-AU" sz="1800" dirty="0">
                <a:solidFill>
                  <a:schemeClr val="bg1"/>
                </a:solidFill>
                <a:latin typeface="PT Sans" panose="020B0604020202020204" charset="0"/>
                <a:ea typeface="PT Sans"/>
              </a:rPr>
              <a:t> </a:t>
            </a:r>
            <a:r>
              <a:rPr lang="en-AU" sz="1800" dirty="0" err="1">
                <a:solidFill>
                  <a:schemeClr val="bg1"/>
                </a:solidFill>
                <a:latin typeface="PT Sans" panose="020B0604020202020204" charset="0"/>
                <a:ea typeface="PT Sans"/>
              </a:rPr>
              <a:t>mengaplikasikan</a:t>
            </a:r>
            <a:r>
              <a:rPr lang="en-AU" sz="1800" dirty="0">
                <a:solidFill>
                  <a:schemeClr val="bg1"/>
                </a:solidFill>
                <a:latin typeface="PT Sans" panose="020B0604020202020204" charset="0"/>
                <a:ea typeface="PT Sans"/>
              </a:rPr>
              <a:t> </a:t>
            </a:r>
            <a:r>
              <a:rPr lang="en-AU" sz="1800" dirty="0" err="1">
                <a:solidFill>
                  <a:schemeClr val="bg1"/>
                </a:solidFill>
                <a:latin typeface="PT Sans" panose="020B0604020202020204" charset="0"/>
              </a:rPr>
              <a:t>algoritma</a:t>
            </a:r>
            <a:r>
              <a:rPr lang="en-AU" sz="1800" dirty="0">
                <a:solidFill>
                  <a:schemeClr val="bg1"/>
                </a:solidFill>
                <a:latin typeface="PT Sans" panose="020B0604020202020204" charset="0"/>
              </a:rPr>
              <a:t> Dijkstra </a:t>
            </a:r>
            <a:r>
              <a:rPr lang="en-AU" sz="1800" dirty="0" err="1">
                <a:solidFill>
                  <a:schemeClr val="bg1"/>
                </a:solidFill>
                <a:latin typeface="PT Sans" panose="020B0604020202020204" charset="0"/>
              </a:rPr>
              <a:t>untuk</a:t>
            </a:r>
            <a:r>
              <a:rPr lang="en-AU" sz="1800" dirty="0">
                <a:solidFill>
                  <a:schemeClr val="bg1"/>
                </a:solidFill>
                <a:latin typeface="PT Sans" panose="020B0604020202020204" charset="0"/>
              </a:rPr>
              <a:t> </a:t>
            </a:r>
            <a:r>
              <a:rPr lang="en-AU" sz="1800" dirty="0" err="1">
                <a:solidFill>
                  <a:schemeClr val="bg1"/>
                </a:solidFill>
                <a:latin typeface="PT Sans" panose="020B0604020202020204" charset="0"/>
              </a:rPr>
              <a:t>menentukan</a:t>
            </a:r>
            <a:r>
              <a:rPr lang="en-AU" sz="1800" dirty="0">
                <a:solidFill>
                  <a:schemeClr val="bg1"/>
                </a:solidFill>
                <a:latin typeface="PT Sans" panose="020B0604020202020204" charset="0"/>
              </a:rPr>
              <a:t> </a:t>
            </a:r>
            <a:r>
              <a:rPr lang="en-AU" sz="1800" dirty="0" err="1">
                <a:solidFill>
                  <a:schemeClr val="bg1"/>
                </a:solidFill>
                <a:latin typeface="PT Sans" panose="020B0604020202020204" charset="0"/>
              </a:rPr>
              <a:t>pengiriman</a:t>
            </a:r>
            <a:r>
              <a:rPr lang="en-AU" sz="1800" dirty="0">
                <a:solidFill>
                  <a:schemeClr val="bg1"/>
                </a:solidFill>
                <a:latin typeface="PT Sans" panose="020B0604020202020204" charset="0"/>
              </a:rPr>
              <a:t> </a:t>
            </a:r>
            <a:r>
              <a:rPr lang="en-AU" sz="1800" dirty="0" err="1">
                <a:solidFill>
                  <a:schemeClr val="bg1"/>
                </a:solidFill>
                <a:latin typeface="PT Sans" panose="020B0604020202020204" charset="0"/>
              </a:rPr>
              <a:t>informasi</a:t>
            </a:r>
            <a:r>
              <a:rPr lang="en-AU" sz="1800" dirty="0">
                <a:solidFill>
                  <a:schemeClr val="bg1"/>
                </a:solidFill>
                <a:latin typeface="PT Sans" panose="020B0604020202020204" charset="0"/>
              </a:rPr>
              <a:t> </a:t>
            </a:r>
            <a:r>
              <a:rPr lang="en-AU" sz="1800" dirty="0" err="1">
                <a:solidFill>
                  <a:schemeClr val="bg1"/>
                </a:solidFill>
                <a:latin typeface="PT Sans" panose="020B0604020202020204" charset="0"/>
              </a:rPr>
              <a:t>antar</a:t>
            </a:r>
            <a:r>
              <a:rPr lang="en-AU" sz="1800" dirty="0">
                <a:solidFill>
                  <a:schemeClr val="bg1"/>
                </a:solidFill>
                <a:latin typeface="PT Sans" panose="020B0604020202020204" charset="0"/>
              </a:rPr>
              <a:t> </a:t>
            </a:r>
            <a:r>
              <a:rPr lang="en-AU" sz="1800" i="1" dirty="0">
                <a:solidFill>
                  <a:schemeClr val="bg1"/>
                </a:solidFill>
                <a:latin typeface="PT Sans" panose="020B0604020202020204" charset="0"/>
              </a:rPr>
              <a:t>user</a:t>
            </a:r>
            <a:r>
              <a:rPr lang="en-AU" sz="1800" dirty="0">
                <a:solidFill>
                  <a:schemeClr val="bg1"/>
                </a:solidFill>
                <a:latin typeface="PT Sans" panose="020B0604020202020204" charset="0"/>
              </a:rPr>
              <a:t> </a:t>
            </a:r>
            <a:r>
              <a:rPr lang="en-AU" sz="1800" dirty="0" err="1">
                <a:solidFill>
                  <a:schemeClr val="bg1"/>
                </a:solidFill>
                <a:latin typeface="PT Sans" panose="020B0604020202020204" charset="0"/>
              </a:rPr>
              <a:t>tercepat</a:t>
            </a:r>
            <a:endParaRPr lang="en-AU" sz="1800" dirty="0">
              <a:solidFill>
                <a:schemeClr val="bg1"/>
              </a:solidFill>
              <a:latin typeface="PT Sans" panose="020B0604020202020204" charset="0"/>
            </a:endParaRPr>
          </a:p>
          <a:p>
            <a:endParaRPr lang="en-AU" sz="1800" dirty="0">
              <a:solidFill>
                <a:schemeClr val="bg1"/>
              </a:solidFill>
              <a:latin typeface="PT Sans" panose="020B0604020202020204" charset="0"/>
            </a:endParaRPr>
          </a:p>
          <a:p>
            <a:r>
              <a:rPr lang="en-AU" sz="1800" dirty="0">
                <a:solidFill>
                  <a:schemeClr val="bg1"/>
                </a:solidFill>
                <a:latin typeface="PT Sans" panose="020B0604020202020204" charset="0"/>
              </a:rPr>
              <a:t>2) </a:t>
            </a:r>
            <a:r>
              <a:rPr lang="en-AU" sz="1800" dirty="0" err="1">
                <a:solidFill>
                  <a:schemeClr val="bg1"/>
                </a:solidFill>
                <a:latin typeface="PT Sans" panose="020B0604020202020204" charset="0"/>
              </a:rPr>
              <a:t>Mampu</a:t>
            </a:r>
            <a:r>
              <a:rPr lang="en-AU" sz="1800" dirty="0">
                <a:solidFill>
                  <a:schemeClr val="bg1"/>
                </a:solidFill>
                <a:latin typeface="PT Sans" panose="020B0604020202020204" charset="0"/>
              </a:rPr>
              <a:t> </a:t>
            </a:r>
            <a:r>
              <a:rPr lang="en-AU" sz="1800" dirty="0" err="1">
                <a:solidFill>
                  <a:schemeClr val="bg1"/>
                </a:solidFill>
                <a:latin typeface="PT Sans" panose="020B0604020202020204" charset="0"/>
              </a:rPr>
              <a:t>menyusun</a:t>
            </a:r>
            <a:r>
              <a:rPr lang="en-AU" sz="1800" dirty="0">
                <a:solidFill>
                  <a:schemeClr val="bg1"/>
                </a:solidFill>
                <a:latin typeface="PT Sans" panose="020B0604020202020204" charset="0"/>
              </a:rPr>
              <a:t> dan </a:t>
            </a:r>
            <a:r>
              <a:rPr lang="en-AU" sz="1800" dirty="0" err="1">
                <a:solidFill>
                  <a:schemeClr val="bg1"/>
                </a:solidFill>
                <a:latin typeface="PT Sans" panose="020B0604020202020204" charset="0"/>
              </a:rPr>
              <a:t>menjelaskan</a:t>
            </a:r>
            <a:r>
              <a:rPr lang="en-AU" sz="1800" dirty="0">
                <a:solidFill>
                  <a:schemeClr val="bg1"/>
                </a:solidFill>
                <a:latin typeface="PT Sans" panose="020B0604020202020204" charset="0"/>
              </a:rPr>
              <a:t> </a:t>
            </a:r>
            <a:r>
              <a:rPr lang="en-AU" sz="1800" dirty="0" err="1">
                <a:solidFill>
                  <a:schemeClr val="bg1"/>
                </a:solidFill>
                <a:latin typeface="PT Sans" panose="020B0604020202020204" charset="0"/>
              </a:rPr>
              <a:t>sistem</a:t>
            </a:r>
            <a:r>
              <a:rPr lang="en-AU" sz="1800" dirty="0">
                <a:solidFill>
                  <a:schemeClr val="bg1"/>
                </a:solidFill>
                <a:latin typeface="PT Sans" panose="020B0604020202020204" charset="0"/>
              </a:rPr>
              <a:t> </a:t>
            </a:r>
            <a:r>
              <a:rPr lang="en-AU" sz="1800" i="1" dirty="0">
                <a:solidFill>
                  <a:schemeClr val="bg1"/>
                </a:solidFill>
                <a:latin typeface="PT Sans" panose="020B0604020202020204" charset="0"/>
              </a:rPr>
              <a:t>Graph Algorithm</a:t>
            </a:r>
            <a:r>
              <a:rPr lang="en-AU" sz="1800" dirty="0">
                <a:solidFill>
                  <a:schemeClr val="bg1"/>
                </a:solidFill>
                <a:latin typeface="PT Sans" panose="020B0604020202020204" charset="0"/>
              </a:rPr>
              <a:t> </a:t>
            </a:r>
            <a:r>
              <a:rPr lang="en-AU" sz="1800" dirty="0" err="1">
                <a:solidFill>
                  <a:schemeClr val="bg1"/>
                </a:solidFill>
                <a:latin typeface="PT Sans" panose="020B0604020202020204" charset="0"/>
              </a:rPr>
              <a:t>beserta</a:t>
            </a:r>
            <a:r>
              <a:rPr lang="en-AU" sz="1800" dirty="0">
                <a:solidFill>
                  <a:schemeClr val="bg1"/>
                </a:solidFill>
                <a:latin typeface="PT Sans" panose="020B0604020202020204" charset="0"/>
              </a:rPr>
              <a:t> </a:t>
            </a:r>
            <a:r>
              <a:rPr lang="en-AU" sz="1800" dirty="0" err="1">
                <a:solidFill>
                  <a:schemeClr val="bg1"/>
                </a:solidFill>
                <a:latin typeface="PT Sans" panose="020B0604020202020204" charset="0"/>
              </a:rPr>
              <a:t>dengan</a:t>
            </a:r>
            <a:r>
              <a:rPr lang="en-AU" sz="1800" dirty="0">
                <a:solidFill>
                  <a:schemeClr val="bg1"/>
                </a:solidFill>
                <a:latin typeface="PT Sans" panose="020B0604020202020204" charset="0"/>
              </a:rPr>
              <a:t> </a:t>
            </a:r>
            <a:r>
              <a:rPr lang="en-AU" sz="1800" dirty="0" err="1">
                <a:solidFill>
                  <a:schemeClr val="bg1"/>
                </a:solidFill>
                <a:latin typeface="PT Sans" panose="020B0604020202020204" charset="0"/>
              </a:rPr>
              <a:t>komponen-komponen</a:t>
            </a:r>
            <a:r>
              <a:rPr lang="en-AU" sz="1800" dirty="0">
                <a:solidFill>
                  <a:schemeClr val="bg1"/>
                </a:solidFill>
                <a:latin typeface="PT Sans" panose="020B0604020202020204" charset="0"/>
              </a:rPr>
              <a:t> </a:t>
            </a:r>
            <a:r>
              <a:rPr lang="en-AU" sz="1800" dirty="0" err="1">
                <a:solidFill>
                  <a:schemeClr val="bg1"/>
                </a:solidFill>
                <a:latin typeface="PT Sans" panose="020B0604020202020204" charset="0"/>
              </a:rPr>
              <a:t>didalamnya</a:t>
            </a:r>
            <a:endParaRPr lang="en-AU" sz="1800" dirty="0">
              <a:solidFill>
                <a:schemeClr val="bg1"/>
              </a:solidFill>
              <a:latin typeface="PT Sans" panose="020B0604020202020204" charset="0"/>
            </a:endParaRPr>
          </a:p>
          <a:p>
            <a:endParaRPr lang="en-AU" sz="1800" dirty="0">
              <a:solidFill>
                <a:schemeClr val="bg1"/>
              </a:solidFill>
              <a:latin typeface="PT Sans" panose="020B0604020202020204" charset="0"/>
            </a:endParaRPr>
          </a:p>
          <a:p>
            <a:r>
              <a:rPr lang="en-AU" sz="1800" dirty="0">
                <a:solidFill>
                  <a:schemeClr val="bg1"/>
                </a:solidFill>
                <a:latin typeface="PT Sans" panose="020B0604020202020204" charset="0"/>
              </a:rPr>
              <a:t>3) </a:t>
            </a:r>
            <a:r>
              <a:rPr lang="en-AU" sz="1800" dirty="0" err="1">
                <a:solidFill>
                  <a:schemeClr val="bg1"/>
                </a:solidFill>
                <a:latin typeface="PT Sans" panose="020B0604020202020204" charset="0"/>
              </a:rPr>
              <a:t>Mampu</a:t>
            </a:r>
            <a:r>
              <a:rPr lang="en-AU" sz="1800" dirty="0">
                <a:solidFill>
                  <a:schemeClr val="bg1"/>
                </a:solidFill>
                <a:latin typeface="PT Sans" panose="020B0604020202020204" charset="0"/>
              </a:rPr>
              <a:t> </a:t>
            </a:r>
            <a:r>
              <a:rPr lang="en-AU" sz="1800" dirty="0" err="1">
                <a:solidFill>
                  <a:schemeClr val="bg1"/>
                </a:solidFill>
                <a:latin typeface="PT Sans" panose="020B0604020202020204" charset="0"/>
              </a:rPr>
              <a:t>untuk</a:t>
            </a:r>
            <a:r>
              <a:rPr lang="en-AU" sz="1800" dirty="0">
                <a:solidFill>
                  <a:schemeClr val="bg1"/>
                </a:solidFill>
                <a:latin typeface="PT Sans" panose="020B0604020202020204" charset="0"/>
              </a:rPr>
              <a:t> </a:t>
            </a:r>
            <a:r>
              <a:rPr lang="en-AU" sz="1800" dirty="0" err="1">
                <a:solidFill>
                  <a:schemeClr val="bg1"/>
                </a:solidFill>
                <a:latin typeface="PT Sans" panose="020B0604020202020204" charset="0"/>
              </a:rPr>
              <a:t>memahami</a:t>
            </a:r>
            <a:r>
              <a:rPr lang="en-AU" sz="1800" dirty="0">
                <a:solidFill>
                  <a:schemeClr val="bg1"/>
                </a:solidFill>
                <a:latin typeface="PT Sans" panose="020B0604020202020204" charset="0"/>
              </a:rPr>
              <a:t> </a:t>
            </a:r>
            <a:r>
              <a:rPr lang="en-AU" sz="1800" dirty="0" err="1">
                <a:solidFill>
                  <a:schemeClr val="bg1"/>
                </a:solidFill>
                <a:latin typeface="PT Sans" panose="020B0604020202020204" charset="0"/>
              </a:rPr>
              <a:t>sistem</a:t>
            </a:r>
            <a:r>
              <a:rPr lang="en-AU" sz="1800" dirty="0">
                <a:solidFill>
                  <a:schemeClr val="bg1"/>
                </a:solidFill>
                <a:latin typeface="PT Sans" panose="020B0604020202020204" charset="0"/>
              </a:rPr>
              <a:t> </a:t>
            </a:r>
            <a:r>
              <a:rPr lang="en-AU" sz="1800" i="1" dirty="0">
                <a:solidFill>
                  <a:schemeClr val="bg1"/>
                </a:solidFill>
                <a:latin typeface="PT Sans" panose="020B0604020202020204" charset="0"/>
              </a:rPr>
              <a:t>Network Routing</a:t>
            </a:r>
            <a:r>
              <a:rPr lang="en-AU" sz="1800" dirty="0">
                <a:solidFill>
                  <a:schemeClr val="bg1"/>
                </a:solidFill>
                <a:latin typeface="PT Sans" panose="020B0604020202020204" charset="0"/>
              </a:rPr>
              <a:t> </a:t>
            </a:r>
            <a:r>
              <a:rPr lang="en-AU" sz="1800" dirty="0" err="1">
                <a:solidFill>
                  <a:schemeClr val="bg1"/>
                </a:solidFill>
                <a:latin typeface="PT Sans" panose="020B0604020202020204" charset="0"/>
              </a:rPr>
              <a:t>secara</a:t>
            </a:r>
            <a:r>
              <a:rPr lang="en-AU" sz="1800" dirty="0">
                <a:solidFill>
                  <a:schemeClr val="bg1"/>
                </a:solidFill>
                <a:latin typeface="PT Sans" panose="020B0604020202020204" charset="0"/>
              </a:rPr>
              <a:t> </a:t>
            </a:r>
            <a:r>
              <a:rPr lang="en-AU" sz="1800" dirty="0" err="1">
                <a:solidFill>
                  <a:schemeClr val="bg1"/>
                </a:solidFill>
                <a:latin typeface="PT Sans" panose="020B0604020202020204" charset="0"/>
              </a:rPr>
              <a:t>umum</a:t>
            </a:r>
            <a:endParaRPr lang="en-AU" sz="1800" dirty="0">
              <a:solidFill>
                <a:schemeClr val="bg1"/>
              </a:solidFill>
              <a:latin typeface="PT Sans" panose="020B0604020202020204" charset="0"/>
            </a:endParaRPr>
          </a:p>
          <a:p>
            <a:endParaRPr lang="en-AU" sz="1800" dirty="0">
              <a:solidFill>
                <a:schemeClr val="bg1"/>
              </a:solidFill>
              <a:latin typeface="PT Sans" panose="020B0604020202020204" charset="0"/>
            </a:endParaRPr>
          </a:p>
          <a:p>
            <a:r>
              <a:rPr lang="en-AU" sz="1800" dirty="0">
                <a:solidFill>
                  <a:schemeClr val="bg1"/>
                </a:solidFill>
                <a:latin typeface="PT Sans" panose="020B0604020202020204" charset="0"/>
              </a:rPr>
              <a:t>4) </a:t>
            </a:r>
            <a:r>
              <a:rPr lang="en-AU" sz="1800" dirty="0" err="1">
                <a:solidFill>
                  <a:schemeClr val="bg1"/>
                </a:solidFill>
                <a:latin typeface="PT Sans" panose="020B0604020202020204" charset="0"/>
              </a:rPr>
              <a:t>Mampu</a:t>
            </a:r>
            <a:r>
              <a:rPr lang="en-AU" sz="1800" dirty="0">
                <a:solidFill>
                  <a:schemeClr val="bg1"/>
                </a:solidFill>
                <a:latin typeface="PT Sans" panose="020B0604020202020204" charset="0"/>
              </a:rPr>
              <a:t> </a:t>
            </a:r>
            <a:r>
              <a:rPr lang="en-AU" sz="1800" dirty="0" err="1">
                <a:solidFill>
                  <a:schemeClr val="bg1"/>
                </a:solidFill>
                <a:latin typeface="PT Sans" panose="020B0604020202020204" charset="0"/>
              </a:rPr>
              <a:t>untuk</a:t>
            </a:r>
            <a:r>
              <a:rPr lang="en-AU" sz="1800" dirty="0">
                <a:solidFill>
                  <a:schemeClr val="bg1"/>
                </a:solidFill>
                <a:latin typeface="PT Sans" panose="020B0604020202020204" charset="0"/>
              </a:rPr>
              <a:t> </a:t>
            </a:r>
            <a:r>
              <a:rPr lang="en-AU" sz="1800" dirty="0" err="1">
                <a:solidFill>
                  <a:schemeClr val="bg1"/>
                </a:solidFill>
                <a:latin typeface="PT Sans" panose="020B0604020202020204" charset="0"/>
              </a:rPr>
              <a:t>bekerjasama</a:t>
            </a:r>
            <a:r>
              <a:rPr lang="en-AU" sz="1800" dirty="0">
                <a:solidFill>
                  <a:schemeClr val="bg1"/>
                </a:solidFill>
                <a:latin typeface="PT Sans" panose="020B0604020202020204" charset="0"/>
              </a:rPr>
              <a:t> </a:t>
            </a:r>
            <a:r>
              <a:rPr lang="en-AU" sz="1800" dirty="0" err="1">
                <a:solidFill>
                  <a:schemeClr val="bg1"/>
                </a:solidFill>
                <a:latin typeface="PT Sans" panose="020B0604020202020204" charset="0"/>
              </a:rPr>
              <a:t>dalam</a:t>
            </a:r>
            <a:r>
              <a:rPr lang="en-AU" sz="1800" dirty="0">
                <a:solidFill>
                  <a:schemeClr val="bg1"/>
                </a:solidFill>
                <a:latin typeface="PT Sans" panose="020B0604020202020204" charset="0"/>
              </a:rPr>
              <a:t> </a:t>
            </a:r>
            <a:r>
              <a:rPr lang="en-AU" sz="1800" dirty="0" err="1">
                <a:solidFill>
                  <a:schemeClr val="bg1"/>
                </a:solidFill>
                <a:latin typeface="PT Sans" panose="020B0604020202020204" charset="0"/>
              </a:rPr>
              <a:t>tim</a:t>
            </a:r>
            <a:r>
              <a:rPr lang="en-AU" sz="1800" dirty="0">
                <a:solidFill>
                  <a:schemeClr val="bg1"/>
                </a:solidFill>
                <a:latin typeface="PT Sans" panose="020B0604020202020204" charset="0"/>
              </a:rPr>
              <a:t> </a:t>
            </a:r>
            <a:r>
              <a:rPr lang="en-AU" sz="1800" dirty="0" err="1">
                <a:solidFill>
                  <a:schemeClr val="bg1"/>
                </a:solidFill>
                <a:latin typeface="PT Sans" panose="020B0604020202020204" charset="0"/>
              </a:rPr>
              <a:t>sebagai</a:t>
            </a:r>
            <a:r>
              <a:rPr lang="en-AU" sz="1800" dirty="0">
                <a:solidFill>
                  <a:schemeClr val="bg1"/>
                </a:solidFill>
                <a:latin typeface="PT Sans" panose="020B0604020202020204" charset="0"/>
              </a:rPr>
              <a:t> </a:t>
            </a:r>
            <a:r>
              <a:rPr lang="en-AU" sz="1800" dirty="0" err="1">
                <a:solidFill>
                  <a:schemeClr val="bg1"/>
                </a:solidFill>
                <a:latin typeface="PT Sans" panose="020B0604020202020204" charset="0"/>
              </a:rPr>
              <a:t>satu</a:t>
            </a:r>
            <a:r>
              <a:rPr lang="en-AU" sz="1800" dirty="0">
                <a:solidFill>
                  <a:schemeClr val="bg1"/>
                </a:solidFill>
                <a:latin typeface="PT Sans" panose="020B0604020202020204" charset="0"/>
              </a:rPr>
              <a:t> </a:t>
            </a:r>
            <a:r>
              <a:rPr lang="en-AU" sz="1800" dirty="0" err="1">
                <a:solidFill>
                  <a:schemeClr val="bg1"/>
                </a:solidFill>
                <a:latin typeface="PT Sans" panose="020B0604020202020204" charset="0"/>
              </a:rPr>
              <a:t>kelompok</a:t>
            </a:r>
            <a:endParaRPr lang="en" sz="1800" dirty="0">
              <a:solidFill>
                <a:schemeClr val="bg1"/>
              </a:solidFill>
              <a:latin typeface="PT Sans" panose="020B0604020202020204" charset="0"/>
            </a:endParaRPr>
          </a:p>
        </p:txBody>
      </p:sp>
      <p:grpSp>
        <p:nvGrpSpPr>
          <p:cNvPr id="2970" name="Google Shape;2970;p39"/>
          <p:cNvGrpSpPr/>
          <p:nvPr/>
        </p:nvGrpSpPr>
        <p:grpSpPr>
          <a:xfrm>
            <a:off x="7809182" y="1196629"/>
            <a:ext cx="2250993" cy="228146"/>
            <a:chOff x="7809182" y="1151604"/>
            <a:chExt cx="2250993" cy="228146"/>
          </a:xfrm>
        </p:grpSpPr>
        <p:sp>
          <p:nvSpPr>
            <p:cNvPr id="2971" name="Google Shape;2971;p39"/>
            <p:cNvSpPr/>
            <p:nvPr/>
          </p:nvSpPr>
          <p:spPr>
            <a:xfrm rot="10800000">
              <a:off x="7809182" y="1151604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39"/>
            <p:cNvSpPr/>
            <p:nvPr/>
          </p:nvSpPr>
          <p:spPr>
            <a:xfrm rot="10800000">
              <a:off x="8065475" y="1311650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7423A6D19F2AC41B2AFD0C366C2EE05" ma:contentTypeVersion="2" ma:contentTypeDescription="Create a new document." ma:contentTypeScope="" ma:versionID="25e643b95a5bb32850224ab3e63b608a">
  <xsd:schema xmlns:xsd="http://www.w3.org/2001/XMLSchema" xmlns:xs="http://www.w3.org/2001/XMLSchema" xmlns:p="http://schemas.microsoft.com/office/2006/metadata/properties" xmlns:ns3="fe9cc7ba-5910-4fa0-aa10-4af727b12153" targetNamespace="http://schemas.microsoft.com/office/2006/metadata/properties" ma:root="true" ma:fieldsID="dc3786d52d5ce351662e8c967d87d39f" ns3:_="">
    <xsd:import namespace="fe9cc7ba-5910-4fa0-aa10-4af727b1215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9cc7ba-5910-4fa0-aa10-4af727b121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295D32D-EDEA-4F75-80E7-4456B163518E}">
  <ds:schemaRefs>
    <ds:schemaRef ds:uri="http://schemas.microsoft.com/office/2006/documentManagement/types"/>
    <ds:schemaRef ds:uri="fe9cc7ba-5910-4fa0-aa10-4af727b12153"/>
    <ds:schemaRef ds:uri="http://purl.org/dc/elements/1.1/"/>
    <ds:schemaRef ds:uri="http://www.w3.org/XML/1998/namespace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3E112148-E117-4D23-B7F2-3303AC84DD35}">
  <ds:schemaRefs>
    <ds:schemaRef ds:uri="fe9cc7ba-5910-4fa0-aa10-4af727b1215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E8B3C6D-9BB9-4D4B-8318-7DEE393B656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1664</Words>
  <Application>Microsoft Office PowerPoint</Application>
  <PresentationFormat>On-screen Show (16:9)</PresentationFormat>
  <Paragraphs>496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Exo</vt:lpstr>
      <vt:lpstr>Arial</vt:lpstr>
      <vt:lpstr>PT Sans</vt:lpstr>
      <vt:lpstr>Roboto Condensed Light</vt:lpstr>
      <vt:lpstr>Data Center Business Plan by Slidesgo</vt:lpstr>
      <vt:lpstr>TUGAS BESAR PENGANTAR REKAYASA &amp; DESAIN</vt:lpstr>
      <vt:lpstr>Pemanfaatan Algoritma Dijkstra untuk Pencarian Jalur Pengiriman Informasi Antar Device yang paling optimal di lingkungan ITB Jatinangor</vt:lpstr>
      <vt:lpstr>TABLE OF CONTENTS</vt:lpstr>
      <vt:lpstr>DESKRIPSI MASALAH</vt:lpstr>
      <vt:lpstr>01 Deskripsi Masalah</vt:lpstr>
      <vt:lpstr>PETA AREA ROUTER ITB JATINANGOR</vt:lpstr>
      <vt:lpstr>ALGORITMA DIJKSTRA</vt:lpstr>
      <vt:lpstr>02 Algoritma Djikstra</vt:lpstr>
      <vt:lpstr>METODOLOGI</vt:lpstr>
      <vt:lpstr>03 Metodologi</vt:lpstr>
      <vt:lpstr>HASIL EKSPERIMEN</vt:lpstr>
      <vt:lpstr>04 Source Code (1)</vt:lpstr>
      <vt:lpstr>04 Source Code (2)</vt:lpstr>
      <vt:lpstr>04 Source Code (3)</vt:lpstr>
      <vt:lpstr>04 Source Code (4)</vt:lpstr>
      <vt:lpstr>04 Visualisasi (1)</vt:lpstr>
      <vt:lpstr>04 Visualisasi (2)</vt:lpstr>
      <vt:lpstr>04 Perhitungan (1)</vt:lpstr>
      <vt:lpstr>04 Perhitungan (2)</vt:lpstr>
      <vt:lpstr>04 Perhitungan (3)</vt:lpstr>
      <vt:lpstr>04 Perhitungan (4)</vt:lpstr>
      <vt:lpstr>04 Perhitungan (5)</vt:lpstr>
      <vt:lpstr>04 Hasil Akhir Perhitungan</vt:lpstr>
      <vt:lpstr>KESIMPULAN</vt:lpstr>
      <vt:lpstr>Kesimpulan</vt:lpstr>
      <vt:lpstr>Hal yang dipelajari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TUGAS BESAR PENGANTAR REKAYASA &amp; DESAIN</dc:title>
  <dc:creator>Muhamad Salman</dc:creator>
  <cp:lastModifiedBy>Jason Rivalino</cp:lastModifiedBy>
  <cp:revision>6</cp:revision>
  <dcterms:modified xsi:type="dcterms:W3CDTF">2022-04-18T16:21:13Z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0x01010017423A6D19F2AC41B2AFD0C366C2EE05</vt:lpwstr>
  </property>
</Properties>
</file>